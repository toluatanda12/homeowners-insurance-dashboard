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5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E9C68E5-7EF5-48A8-94D5-A06A852E2B69}" v="64" dt="2026-05-03T13:16:11.41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95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olu Atanda" userId="aaf42d42e9a9e251" providerId="LiveId" clId="{221A5667-1878-4670-971A-4761DD081DF9}"/>
    <pc:docChg chg="undo custSel addSld modSld addMainMaster delMainMaster">
      <pc:chgData name="Tolu Atanda" userId="aaf42d42e9a9e251" providerId="LiveId" clId="{221A5667-1878-4670-971A-4761DD081DF9}" dt="2026-05-11T22:44:31.088" v="495" actId="14100"/>
      <pc:docMkLst>
        <pc:docMk/>
      </pc:docMkLst>
      <pc:sldChg chg="addSp delSp modSp new mod modClrScheme chgLayout">
        <pc:chgData name="Tolu Atanda" userId="aaf42d42e9a9e251" providerId="LiveId" clId="{221A5667-1878-4670-971A-4761DD081DF9}" dt="2026-05-03T02:10:56.906" v="119" actId="27636"/>
        <pc:sldMkLst>
          <pc:docMk/>
          <pc:sldMk cId="252880333" sldId="256"/>
        </pc:sldMkLst>
        <pc:spChg chg="mod">
          <ac:chgData name="Tolu Atanda" userId="aaf42d42e9a9e251" providerId="LiveId" clId="{221A5667-1878-4670-971A-4761DD081DF9}" dt="2026-05-03T02:10:41.160" v="117" actId="26606"/>
          <ac:spMkLst>
            <pc:docMk/>
            <pc:sldMk cId="252880333" sldId="256"/>
            <ac:spMk id="2" creationId="{E68EAC57-EEB7-AEE3-E903-00DF0529E91D}"/>
          </ac:spMkLst>
        </pc:spChg>
        <pc:spChg chg="mod">
          <ac:chgData name="Tolu Atanda" userId="aaf42d42e9a9e251" providerId="LiveId" clId="{221A5667-1878-4670-971A-4761DD081DF9}" dt="2026-05-03T02:10:56.906" v="119" actId="27636"/>
          <ac:spMkLst>
            <pc:docMk/>
            <pc:sldMk cId="252880333" sldId="256"/>
            <ac:spMk id="3" creationId="{19C12066-602A-D6C5-086F-2585CFD1B7CE}"/>
          </ac:spMkLst>
        </pc:spChg>
      </pc:sldChg>
      <pc:sldChg chg="addSp modSp new mod chgLayout">
        <pc:chgData name="Tolu Atanda" userId="aaf42d42e9a9e251" providerId="LiveId" clId="{221A5667-1878-4670-971A-4761DD081DF9}" dt="2026-05-03T02:14:02.033" v="135" actId="14100"/>
        <pc:sldMkLst>
          <pc:docMk/>
          <pc:sldMk cId="2281686712" sldId="257"/>
        </pc:sldMkLst>
        <pc:spChg chg="mod">
          <ac:chgData name="Tolu Atanda" userId="aaf42d42e9a9e251" providerId="LiveId" clId="{221A5667-1878-4670-971A-4761DD081DF9}" dt="2026-05-03T02:13:56.740" v="134" actId="26606"/>
          <ac:spMkLst>
            <pc:docMk/>
            <pc:sldMk cId="2281686712" sldId="257"/>
            <ac:spMk id="2" creationId="{9C950C59-FBEA-9974-4DE6-23D64234EC97}"/>
          </ac:spMkLst>
        </pc:spChg>
        <pc:spChg chg="mod ord">
          <ac:chgData name="Tolu Atanda" userId="aaf42d42e9a9e251" providerId="LiveId" clId="{221A5667-1878-4670-971A-4761DD081DF9}" dt="2026-05-03T02:14:02.033" v="135" actId="14100"/>
          <ac:spMkLst>
            <pc:docMk/>
            <pc:sldMk cId="2281686712" sldId="257"/>
            <ac:spMk id="3" creationId="{D4E1F08F-D96C-22E4-24EB-2E81C50E90A6}"/>
          </ac:spMkLst>
        </pc:spChg>
        <pc:picChg chg="add mod">
          <ac:chgData name="Tolu Atanda" userId="aaf42d42e9a9e251" providerId="LiveId" clId="{221A5667-1878-4670-971A-4761DD081DF9}" dt="2026-05-03T02:13:56.740" v="134" actId="26606"/>
          <ac:picMkLst>
            <pc:docMk/>
            <pc:sldMk cId="2281686712" sldId="257"/>
            <ac:picMk id="5" creationId="{5D336547-A75B-8511-2C3E-A0730B4DD3C2}"/>
          </ac:picMkLst>
        </pc:picChg>
      </pc:sldChg>
      <pc:sldChg chg="addSp delSp modSp new mod chgLayout">
        <pc:chgData name="Tolu Atanda" userId="aaf42d42e9a9e251" providerId="LiveId" clId="{221A5667-1878-4670-971A-4761DD081DF9}" dt="2026-05-03T13:10:45.598" v="391" actId="26606"/>
        <pc:sldMkLst>
          <pc:docMk/>
          <pc:sldMk cId="3618585452" sldId="258"/>
        </pc:sldMkLst>
        <pc:spChg chg="mod">
          <ac:chgData name="Tolu Atanda" userId="aaf42d42e9a9e251" providerId="LiveId" clId="{221A5667-1878-4670-971A-4761DD081DF9}" dt="2026-05-03T13:10:45.598" v="391" actId="26606"/>
          <ac:spMkLst>
            <pc:docMk/>
            <pc:sldMk cId="3618585452" sldId="258"/>
            <ac:spMk id="2" creationId="{682C6DDB-82B8-9426-1CAD-038C495A792C}"/>
          </ac:spMkLst>
        </pc:spChg>
        <pc:graphicFrameChg chg="add mod">
          <ac:chgData name="Tolu Atanda" userId="aaf42d42e9a9e251" providerId="LiveId" clId="{221A5667-1878-4670-971A-4761DD081DF9}" dt="2026-05-03T13:10:45.598" v="391" actId="26606"/>
          <ac:graphicFrameMkLst>
            <pc:docMk/>
            <pc:sldMk cId="3618585452" sldId="258"/>
            <ac:graphicFrameMk id="6" creationId="{20521B86-FAA2-123B-CC40-AA7700405AB0}"/>
          </ac:graphicFrameMkLst>
        </pc:graphicFrameChg>
      </pc:sldChg>
      <pc:sldChg chg="addSp delSp modSp new mod chgLayout">
        <pc:chgData name="Tolu Atanda" userId="aaf42d42e9a9e251" providerId="LiveId" clId="{221A5667-1878-4670-971A-4761DD081DF9}" dt="2026-05-03T02:25:21.576" v="185" actId="26606"/>
        <pc:sldMkLst>
          <pc:docMk/>
          <pc:sldMk cId="1745904149" sldId="259"/>
        </pc:sldMkLst>
        <pc:spChg chg="mod">
          <ac:chgData name="Tolu Atanda" userId="aaf42d42e9a9e251" providerId="LiveId" clId="{221A5667-1878-4670-971A-4761DD081DF9}" dt="2026-05-03T02:25:21.576" v="185" actId="26606"/>
          <ac:spMkLst>
            <pc:docMk/>
            <pc:sldMk cId="1745904149" sldId="259"/>
            <ac:spMk id="2" creationId="{B2CD7A5F-CBB4-8084-5C2C-96033C8FDB0E}"/>
          </ac:spMkLst>
        </pc:spChg>
        <pc:spChg chg="mod ord">
          <ac:chgData name="Tolu Atanda" userId="aaf42d42e9a9e251" providerId="LiveId" clId="{221A5667-1878-4670-971A-4761DD081DF9}" dt="2026-05-03T02:25:21.576" v="185" actId="26606"/>
          <ac:spMkLst>
            <pc:docMk/>
            <pc:sldMk cId="1745904149" sldId="259"/>
            <ac:spMk id="4" creationId="{A0C658C4-1C59-3D53-AA28-C51B4D83B618}"/>
          </ac:spMkLst>
        </pc:spChg>
        <pc:picChg chg="add mod">
          <ac:chgData name="Tolu Atanda" userId="aaf42d42e9a9e251" providerId="LiveId" clId="{221A5667-1878-4670-971A-4761DD081DF9}" dt="2026-05-03T02:25:21.576" v="185" actId="26606"/>
          <ac:picMkLst>
            <pc:docMk/>
            <pc:sldMk cId="1745904149" sldId="259"/>
            <ac:picMk id="16" creationId="{51AB0203-3CC3-32A7-16D6-57B3F4D1EEAF}"/>
          </ac:picMkLst>
        </pc:picChg>
      </pc:sldChg>
      <pc:sldChg chg="addSp delSp modSp new mod">
        <pc:chgData name="Tolu Atanda" userId="aaf42d42e9a9e251" providerId="LiveId" clId="{221A5667-1878-4670-971A-4761DD081DF9}" dt="2026-05-03T02:36:47.135" v="235" actId="1076"/>
        <pc:sldMkLst>
          <pc:docMk/>
          <pc:sldMk cId="2135112449" sldId="260"/>
        </pc:sldMkLst>
        <pc:spChg chg="mod">
          <ac:chgData name="Tolu Atanda" userId="aaf42d42e9a9e251" providerId="LiveId" clId="{221A5667-1878-4670-971A-4761DD081DF9}" dt="2026-05-03T02:34:13.744" v="206" actId="1076"/>
          <ac:spMkLst>
            <pc:docMk/>
            <pc:sldMk cId="2135112449" sldId="260"/>
            <ac:spMk id="2" creationId="{344D0778-AA6D-78AA-038F-F19F4FA50CFF}"/>
          </ac:spMkLst>
        </pc:spChg>
        <pc:spChg chg="mod">
          <ac:chgData name="Tolu Atanda" userId="aaf42d42e9a9e251" providerId="LiveId" clId="{221A5667-1878-4670-971A-4761DD081DF9}" dt="2026-05-03T02:36:39.177" v="233" actId="14100"/>
          <ac:spMkLst>
            <pc:docMk/>
            <pc:sldMk cId="2135112449" sldId="260"/>
            <ac:spMk id="4" creationId="{093D108A-78D6-F0D2-6596-565648C894A9}"/>
          </ac:spMkLst>
        </pc:spChg>
        <pc:spChg chg="add mod">
          <ac:chgData name="Tolu Atanda" userId="aaf42d42e9a9e251" providerId="LiveId" clId="{221A5667-1878-4670-971A-4761DD081DF9}" dt="2026-05-03T02:36:47.135" v="235" actId="1076"/>
          <ac:spMkLst>
            <pc:docMk/>
            <pc:sldMk cId="2135112449" sldId="260"/>
            <ac:spMk id="8" creationId="{306B5DF2-A048-C4A9-0246-25B6FE0BE949}"/>
          </ac:spMkLst>
        </pc:spChg>
        <pc:picChg chg="add mod">
          <ac:chgData name="Tolu Atanda" userId="aaf42d42e9a9e251" providerId="LiveId" clId="{221A5667-1878-4670-971A-4761DD081DF9}" dt="2026-05-03T02:27:46.945" v="194" actId="1076"/>
          <ac:picMkLst>
            <pc:docMk/>
            <pc:sldMk cId="2135112449" sldId="260"/>
            <ac:picMk id="5" creationId="{7E3DB699-2838-F3A2-F67B-BB518558D2B5}"/>
          </ac:picMkLst>
        </pc:picChg>
        <pc:picChg chg="add mod">
          <ac:chgData name="Tolu Atanda" userId="aaf42d42e9a9e251" providerId="LiveId" clId="{221A5667-1878-4670-971A-4761DD081DF9}" dt="2026-05-03T02:36:15.236" v="228" actId="1076"/>
          <ac:picMkLst>
            <pc:docMk/>
            <pc:sldMk cId="2135112449" sldId="260"/>
            <ac:picMk id="6" creationId="{F20C86BB-C6CD-0609-BE59-EEF463C137EA}"/>
          </ac:picMkLst>
        </pc:picChg>
      </pc:sldChg>
      <pc:sldChg chg="addSp delSp modSp new mod chgLayout">
        <pc:chgData name="Tolu Atanda" userId="aaf42d42e9a9e251" providerId="LiveId" clId="{221A5667-1878-4670-971A-4761DD081DF9}" dt="2026-05-03T13:13:43.671" v="410" actId="14100"/>
        <pc:sldMkLst>
          <pc:docMk/>
          <pc:sldMk cId="1368730174" sldId="261"/>
        </pc:sldMkLst>
        <pc:spChg chg="mod">
          <ac:chgData name="Tolu Atanda" userId="aaf42d42e9a9e251" providerId="LiveId" clId="{221A5667-1878-4670-971A-4761DD081DF9}" dt="2026-05-03T12:38:18.230" v="254" actId="1076"/>
          <ac:spMkLst>
            <pc:docMk/>
            <pc:sldMk cId="1368730174" sldId="261"/>
            <ac:spMk id="2" creationId="{2537FB83-FBB1-D2EE-D762-256569942BA9}"/>
          </ac:spMkLst>
        </pc:spChg>
        <pc:spChg chg="add mod">
          <ac:chgData name="Tolu Atanda" userId="aaf42d42e9a9e251" providerId="LiveId" clId="{221A5667-1878-4670-971A-4761DD081DF9}" dt="2026-05-03T13:11:39.875" v="392" actId="2711"/>
          <ac:spMkLst>
            <pc:docMk/>
            <pc:sldMk cId="1368730174" sldId="261"/>
            <ac:spMk id="8" creationId="{26F1BDB9-F9EF-63F5-FF16-0157248B019A}"/>
          </ac:spMkLst>
        </pc:spChg>
        <pc:spChg chg="add mod">
          <ac:chgData name="Tolu Atanda" userId="aaf42d42e9a9e251" providerId="LiveId" clId="{221A5667-1878-4670-971A-4761DD081DF9}" dt="2026-05-03T13:11:58.410" v="394" actId="14100"/>
          <ac:spMkLst>
            <pc:docMk/>
            <pc:sldMk cId="1368730174" sldId="261"/>
            <ac:spMk id="11" creationId="{130E28B7-67B3-05B4-F8EE-81BCF57BBB46}"/>
          </ac:spMkLst>
        </pc:spChg>
        <pc:graphicFrameChg chg="add mod modGraphic">
          <ac:chgData name="Tolu Atanda" userId="aaf42d42e9a9e251" providerId="LiveId" clId="{221A5667-1878-4670-971A-4761DD081DF9}" dt="2026-05-03T13:13:43.671" v="410" actId="14100"/>
          <ac:graphicFrameMkLst>
            <pc:docMk/>
            <pc:sldMk cId="1368730174" sldId="261"/>
            <ac:graphicFrameMk id="15" creationId="{6492231B-8050-B866-B902-68980D6B4C85}"/>
          </ac:graphicFrameMkLst>
        </pc:graphicFrameChg>
        <pc:picChg chg="add mod">
          <ac:chgData name="Tolu Atanda" userId="aaf42d42e9a9e251" providerId="LiveId" clId="{221A5667-1878-4670-971A-4761DD081DF9}" dt="2026-05-03T12:38:05.209" v="252" actId="26606"/>
          <ac:picMkLst>
            <pc:docMk/>
            <pc:sldMk cId="1368730174" sldId="261"/>
            <ac:picMk id="5" creationId="{66557C14-8341-1B77-10BC-95BADFACA7C1}"/>
          </ac:picMkLst>
        </pc:picChg>
      </pc:sldChg>
      <pc:sldChg chg="addSp delSp modSp new mod chgLayout">
        <pc:chgData name="Tolu Atanda" userId="aaf42d42e9a9e251" providerId="LiveId" clId="{221A5667-1878-4670-971A-4761DD081DF9}" dt="2026-05-05T20:05:10.686" v="483" actId="2711"/>
        <pc:sldMkLst>
          <pc:docMk/>
          <pc:sldMk cId="1797391454" sldId="262"/>
        </pc:sldMkLst>
        <pc:spChg chg="add mod">
          <ac:chgData name="Tolu Atanda" userId="aaf42d42e9a9e251" providerId="LiveId" clId="{221A5667-1878-4670-971A-4761DD081DF9}" dt="2026-05-05T20:05:10.686" v="483" actId="2711"/>
          <ac:spMkLst>
            <pc:docMk/>
            <pc:sldMk cId="1797391454" sldId="262"/>
            <ac:spMk id="7" creationId="{79A5FCA4-A6D5-4BB4-4389-181CCCC52AC2}"/>
          </ac:spMkLst>
        </pc:spChg>
        <pc:spChg chg="add mod">
          <ac:chgData name="Tolu Atanda" userId="aaf42d42e9a9e251" providerId="LiveId" clId="{221A5667-1878-4670-971A-4761DD081DF9}" dt="2026-05-03T13:14:05.669" v="415" actId="1076"/>
          <ac:spMkLst>
            <pc:docMk/>
            <pc:sldMk cId="1797391454" sldId="262"/>
            <ac:spMk id="10" creationId="{4BF1ADCF-DFE8-E377-F18B-F5B3C14FA4DC}"/>
          </ac:spMkLst>
        </pc:spChg>
        <pc:picChg chg="add mod">
          <ac:chgData name="Tolu Atanda" userId="aaf42d42e9a9e251" providerId="LiveId" clId="{221A5667-1878-4670-971A-4761DD081DF9}" dt="2026-05-03T13:14:16.514" v="417" actId="14100"/>
          <ac:picMkLst>
            <pc:docMk/>
            <pc:sldMk cId="1797391454" sldId="262"/>
            <ac:picMk id="5" creationId="{62C52422-4119-7943-EFD5-E13AAECB80F6}"/>
          </ac:picMkLst>
        </pc:picChg>
        <pc:picChg chg="add mod">
          <ac:chgData name="Tolu Atanda" userId="aaf42d42e9a9e251" providerId="LiveId" clId="{221A5667-1878-4670-971A-4761DD081DF9}" dt="2026-05-03T13:14:20.243" v="418" actId="14100"/>
          <ac:picMkLst>
            <pc:docMk/>
            <pc:sldMk cId="1797391454" sldId="262"/>
            <ac:picMk id="9" creationId="{508E20E4-9340-1818-B9EF-3577C8000B99}"/>
          </ac:picMkLst>
        </pc:picChg>
      </pc:sldChg>
      <pc:sldChg chg="addSp delSp modSp new mod chgLayout">
        <pc:chgData name="Tolu Atanda" userId="aaf42d42e9a9e251" providerId="LiveId" clId="{221A5667-1878-4670-971A-4761DD081DF9}" dt="2026-05-11T22:44:31.088" v="495" actId="14100"/>
        <pc:sldMkLst>
          <pc:docMk/>
          <pc:sldMk cId="3142278650" sldId="263"/>
        </pc:sldMkLst>
        <pc:spChg chg="mod">
          <ac:chgData name="Tolu Atanda" userId="aaf42d42e9a9e251" providerId="LiveId" clId="{221A5667-1878-4670-971A-4761DD081DF9}" dt="2026-05-03T12:52:47.401" v="297" actId="26606"/>
          <ac:spMkLst>
            <pc:docMk/>
            <pc:sldMk cId="3142278650" sldId="263"/>
            <ac:spMk id="2" creationId="{230A3814-A6F7-B1FA-164C-767A3828E455}"/>
          </ac:spMkLst>
        </pc:spChg>
        <pc:spChg chg="add mod ord">
          <ac:chgData name="Tolu Atanda" userId="aaf42d42e9a9e251" providerId="LiveId" clId="{221A5667-1878-4670-971A-4761DD081DF9}" dt="2026-05-11T22:44:13.664" v="491" actId="14100"/>
          <ac:spMkLst>
            <pc:docMk/>
            <pc:sldMk cId="3142278650" sldId="263"/>
            <ac:spMk id="7" creationId="{8E3499AB-3719-AFAF-C1DF-3CE54A0B1446}"/>
          </ac:spMkLst>
        </pc:spChg>
        <pc:graphicFrameChg chg="add mod modGraphic">
          <ac:chgData name="Tolu Atanda" userId="aaf42d42e9a9e251" providerId="LiveId" clId="{221A5667-1878-4670-971A-4761DD081DF9}" dt="2026-05-11T22:44:17.665" v="492" actId="14100"/>
          <ac:graphicFrameMkLst>
            <pc:docMk/>
            <pc:sldMk cId="3142278650" sldId="263"/>
            <ac:graphicFrameMk id="11" creationId="{B987E24A-CF39-BB6A-0C41-DE1DA7FE41EB}"/>
          </ac:graphicFrameMkLst>
        </pc:graphicFrameChg>
        <pc:picChg chg="add mod">
          <ac:chgData name="Tolu Atanda" userId="aaf42d42e9a9e251" providerId="LiveId" clId="{221A5667-1878-4670-971A-4761DD081DF9}" dt="2026-05-11T22:44:31.088" v="495" actId="14100"/>
          <ac:picMkLst>
            <pc:docMk/>
            <pc:sldMk cId="3142278650" sldId="263"/>
            <ac:picMk id="4" creationId="{A1072CB2-7A84-9C75-3FC7-A4836B7645B5}"/>
          </ac:picMkLst>
        </pc:picChg>
        <pc:picChg chg="add del mod">
          <ac:chgData name="Tolu Atanda" userId="aaf42d42e9a9e251" providerId="LiveId" clId="{221A5667-1878-4670-971A-4761DD081DF9}" dt="2026-05-11T22:43:16.443" v="485" actId="478"/>
          <ac:picMkLst>
            <pc:docMk/>
            <pc:sldMk cId="3142278650" sldId="263"/>
            <ac:picMk id="8" creationId="{B5D9EB81-9D42-3213-C3E7-5BFC474A91DC}"/>
          </ac:picMkLst>
        </pc:picChg>
      </pc:sldChg>
      <pc:sldChg chg="addSp delSp modSp new mod">
        <pc:chgData name="Tolu Atanda" userId="aaf42d42e9a9e251" providerId="LiveId" clId="{221A5667-1878-4670-971A-4761DD081DF9}" dt="2026-05-03T13:17:37.361" v="446" actId="2711"/>
        <pc:sldMkLst>
          <pc:docMk/>
          <pc:sldMk cId="1331583684" sldId="264"/>
        </pc:sldMkLst>
        <pc:spChg chg="mod">
          <ac:chgData name="Tolu Atanda" userId="aaf42d42e9a9e251" providerId="LiveId" clId="{221A5667-1878-4670-971A-4761DD081DF9}" dt="2026-05-03T12:55:09.713" v="317" actId="1076"/>
          <ac:spMkLst>
            <pc:docMk/>
            <pc:sldMk cId="1331583684" sldId="264"/>
            <ac:spMk id="2" creationId="{C317BC00-C90B-D6EA-29A3-C50BD3B97B68}"/>
          </ac:spMkLst>
        </pc:spChg>
        <pc:spChg chg="add mod">
          <ac:chgData name="Tolu Atanda" userId="aaf42d42e9a9e251" providerId="LiveId" clId="{221A5667-1878-4670-971A-4761DD081DF9}" dt="2026-05-03T13:17:37.361" v="446" actId="2711"/>
          <ac:spMkLst>
            <pc:docMk/>
            <pc:sldMk cId="1331583684" sldId="264"/>
            <ac:spMk id="8" creationId="{BBE0F0F0-67DF-4BEB-D029-0B33BEA5B1F2}"/>
          </ac:spMkLst>
        </pc:spChg>
        <pc:graphicFrameChg chg="add mod modGraphic">
          <ac:chgData name="Tolu Atanda" userId="aaf42d42e9a9e251" providerId="LiveId" clId="{221A5667-1878-4670-971A-4761DD081DF9}" dt="2026-05-03T13:16:18.074" v="439" actId="14100"/>
          <ac:graphicFrameMkLst>
            <pc:docMk/>
            <pc:sldMk cId="1331583684" sldId="264"/>
            <ac:graphicFrameMk id="9" creationId="{5F66E770-FB98-E999-65DC-1B4B956A812C}"/>
          </ac:graphicFrameMkLst>
        </pc:graphicFrameChg>
        <pc:picChg chg="add mod">
          <ac:chgData name="Tolu Atanda" userId="aaf42d42e9a9e251" providerId="LiveId" clId="{221A5667-1878-4670-971A-4761DD081DF9}" dt="2026-05-03T12:54:48.959" v="310" actId="1076"/>
          <ac:picMkLst>
            <pc:docMk/>
            <pc:sldMk cId="1331583684" sldId="264"/>
            <ac:picMk id="5" creationId="{D7BD7822-EC35-08DD-5988-02E37769C113}"/>
          </ac:picMkLst>
        </pc:picChg>
      </pc:sldChg>
      <pc:sldChg chg="delSp modSp new mod chgLayout">
        <pc:chgData name="Tolu Atanda" userId="aaf42d42e9a9e251" providerId="LiveId" clId="{221A5667-1878-4670-971A-4761DD081DF9}" dt="2026-05-03T12:56:33.768" v="324" actId="26606"/>
        <pc:sldMkLst>
          <pc:docMk/>
          <pc:sldMk cId="2804337408" sldId="265"/>
        </pc:sldMkLst>
        <pc:spChg chg="mod">
          <ac:chgData name="Tolu Atanda" userId="aaf42d42e9a9e251" providerId="LiveId" clId="{221A5667-1878-4670-971A-4761DD081DF9}" dt="2026-05-03T12:56:33.768" v="324" actId="26606"/>
          <ac:spMkLst>
            <pc:docMk/>
            <pc:sldMk cId="2804337408" sldId="265"/>
            <ac:spMk id="2" creationId="{CE12A1CE-EC19-68FC-30A4-41D399A9F235}"/>
          </ac:spMkLst>
        </pc:spChg>
        <pc:spChg chg="mod">
          <ac:chgData name="Tolu Atanda" userId="aaf42d42e9a9e251" providerId="LiveId" clId="{221A5667-1878-4670-971A-4761DD081DF9}" dt="2026-05-03T12:56:33.768" v="324" actId="26606"/>
          <ac:spMkLst>
            <pc:docMk/>
            <pc:sldMk cId="2804337408" sldId="265"/>
            <ac:spMk id="4" creationId="{7EF2010A-3F53-E8AC-A2BA-CC0BD8DBD0A7}"/>
          </ac:spMkLst>
        </pc:spChg>
      </pc:sldChg>
      <pc:sldChg chg="addSp delSp modSp new mod">
        <pc:chgData name="Tolu Atanda" userId="aaf42d42e9a9e251" providerId="LiveId" clId="{221A5667-1878-4670-971A-4761DD081DF9}" dt="2026-05-03T13:17:12.666" v="445" actId="1076"/>
        <pc:sldMkLst>
          <pc:docMk/>
          <pc:sldMk cId="593938385" sldId="266"/>
        </pc:sldMkLst>
        <pc:spChg chg="mod">
          <ac:chgData name="Tolu Atanda" userId="aaf42d42e9a9e251" providerId="LiveId" clId="{221A5667-1878-4670-971A-4761DD081DF9}" dt="2026-05-03T13:00:02.505" v="334" actId="14100"/>
          <ac:spMkLst>
            <pc:docMk/>
            <pc:sldMk cId="593938385" sldId="266"/>
            <ac:spMk id="2" creationId="{26A213D0-888C-7B01-49C8-1918343A2725}"/>
          </ac:spMkLst>
        </pc:spChg>
        <pc:spChg chg="mod">
          <ac:chgData name="Tolu Atanda" userId="aaf42d42e9a9e251" providerId="LiveId" clId="{221A5667-1878-4670-971A-4761DD081DF9}" dt="2026-05-03T12:59:53.439" v="331" actId="14100"/>
          <ac:spMkLst>
            <pc:docMk/>
            <pc:sldMk cId="593938385" sldId="266"/>
            <ac:spMk id="4" creationId="{0EE76CBD-266F-B9F7-D921-378C9A360C8B}"/>
          </ac:spMkLst>
        </pc:spChg>
        <pc:picChg chg="add mod">
          <ac:chgData name="Tolu Atanda" userId="aaf42d42e9a9e251" providerId="LiveId" clId="{221A5667-1878-4670-971A-4761DD081DF9}" dt="2026-05-03T13:17:12.666" v="445" actId="1076"/>
          <ac:picMkLst>
            <pc:docMk/>
            <pc:sldMk cId="593938385" sldId="266"/>
            <ac:picMk id="5" creationId="{E95248B0-996D-789A-5363-ACB8F1129996}"/>
          </ac:picMkLst>
        </pc:picChg>
      </pc:sldChg>
      <pc:sldChg chg="addSp delSp modSp new mod modClrScheme chgLayout">
        <pc:chgData name="Tolu Atanda" userId="aaf42d42e9a9e251" providerId="LiveId" clId="{221A5667-1878-4670-971A-4761DD081DF9}" dt="2026-05-03T13:19:23.468" v="450" actId="5793"/>
        <pc:sldMkLst>
          <pc:docMk/>
          <pc:sldMk cId="2792343568" sldId="267"/>
        </pc:sldMkLst>
        <pc:spChg chg="mod">
          <ac:chgData name="Tolu Atanda" userId="aaf42d42e9a9e251" providerId="LiveId" clId="{221A5667-1878-4670-971A-4761DD081DF9}" dt="2026-05-03T13:18:51.878" v="447" actId="26606"/>
          <ac:spMkLst>
            <pc:docMk/>
            <pc:sldMk cId="2792343568" sldId="267"/>
            <ac:spMk id="2" creationId="{9FBB12B7-018B-130E-D244-5A6F9319EB74}"/>
          </ac:spMkLst>
        </pc:spChg>
        <pc:spChg chg="mod">
          <ac:chgData name="Tolu Atanda" userId="aaf42d42e9a9e251" providerId="LiveId" clId="{221A5667-1878-4670-971A-4761DD081DF9}" dt="2026-05-03T13:19:23.468" v="450" actId="5793"/>
          <ac:spMkLst>
            <pc:docMk/>
            <pc:sldMk cId="2792343568" sldId="267"/>
            <ac:spMk id="4" creationId="{9CE47EFE-D8D7-BFB8-B6EB-D5521BEC1627}"/>
          </ac:spMkLst>
        </pc:spChg>
        <pc:picChg chg="add">
          <ac:chgData name="Tolu Atanda" userId="aaf42d42e9a9e251" providerId="LiveId" clId="{221A5667-1878-4670-971A-4761DD081DF9}" dt="2026-05-03T13:18:51.878" v="447" actId="26606"/>
          <ac:picMkLst>
            <pc:docMk/>
            <pc:sldMk cId="2792343568" sldId="267"/>
            <ac:picMk id="6" creationId="{14A5EABB-3137-70A8-9408-D822DF739438}"/>
          </ac:picMkLst>
        </pc:picChg>
      </pc:sldChg>
      <pc:sldChg chg="addSp delSp modSp new mod">
        <pc:chgData name="Tolu Atanda" userId="aaf42d42e9a9e251" providerId="LiveId" clId="{221A5667-1878-4670-971A-4761DD081DF9}" dt="2026-05-03T13:22:30.242" v="472" actId="1076"/>
        <pc:sldMkLst>
          <pc:docMk/>
          <pc:sldMk cId="4263276072" sldId="268"/>
        </pc:sldMkLst>
        <pc:spChg chg="mod">
          <ac:chgData name="Tolu Atanda" userId="aaf42d42e9a9e251" providerId="LiveId" clId="{221A5667-1878-4670-971A-4761DD081DF9}" dt="2026-05-03T13:19:46.048" v="456" actId="14100"/>
          <ac:spMkLst>
            <pc:docMk/>
            <pc:sldMk cId="4263276072" sldId="268"/>
            <ac:spMk id="2" creationId="{52A050A0-00FB-EB5A-4948-CED3A377DE26}"/>
          </ac:spMkLst>
        </pc:spChg>
        <pc:spChg chg="mod">
          <ac:chgData name="Tolu Atanda" userId="aaf42d42e9a9e251" providerId="LiveId" clId="{221A5667-1878-4670-971A-4761DD081DF9}" dt="2026-05-03T13:21:58.419" v="465" actId="113"/>
          <ac:spMkLst>
            <pc:docMk/>
            <pc:sldMk cId="4263276072" sldId="268"/>
            <ac:spMk id="4" creationId="{7E38A651-6E0F-4D0D-F9A1-A5C3B676E296}"/>
          </ac:spMkLst>
        </pc:spChg>
        <pc:spChg chg="add mod">
          <ac:chgData name="Tolu Atanda" userId="aaf42d42e9a9e251" providerId="LiveId" clId="{221A5667-1878-4670-971A-4761DD081DF9}" dt="2026-05-03T13:22:30.242" v="472" actId="1076"/>
          <ac:spMkLst>
            <pc:docMk/>
            <pc:sldMk cId="4263276072" sldId="268"/>
            <ac:spMk id="6" creationId="{56D6F9C1-A062-C9B2-F7CF-44DADAFD2DD7}"/>
          </ac:spMkLst>
        </pc:spChg>
        <pc:picChg chg="add mod">
          <ac:chgData name="Tolu Atanda" userId="aaf42d42e9a9e251" providerId="LiveId" clId="{221A5667-1878-4670-971A-4761DD081DF9}" dt="2026-05-03T13:22:18.036" v="470" actId="1076"/>
          <ac:picMkLst>
            <pc:docMk/>
            <pc:sldMk cId="4263276072" sldId="268"/>
            <ac:picMk id="7" creationId="{06721739-831E-2C7B-680A-D97CD3A3552F}"/>
          </ac:picMkLst>
        </pc:picChg>
      </pc:sldChg>
      <pc:sldChg chg="addSp delSp modSp new mod">
        <pc:chgData name="Tolu Atanda" userId="aaf42d42e9a9e251" providerId="LiveId" clId="{221A5667-1878-4670-971A-4761DD081DF9}" dt="2026-05-03T13:23:53.339" v="480" actId="2711"/>
        <pc:sldMkLst>
          <pc:docMk/>
          <pc:sldMk cId="3924200248" sldId="269"/>
        </pc:sldMkLst>
        <pc:spChg chg="mod">
          <ac:chgData name="Tolu Atanda" userId="aaf42d42e9a9e251" providerId="LiveId" clId="{221A5667-1878-4670-971A-4761DD081DF9}" dt="2026-05-03T13:06:23.481" v="365" actId="14100"/>
          <ac:spMkLst>
            <pc:docMk/>
            <pc:sldMk cId="3924200248" sldId="269"/>
            <ac:spMk id="2" creationId="{6E727806-D665-DD75-3467-132752AD984B}"/>
          </ac:spMkLst>
        </pc:spChg>
        <pc:spChg chg="mod">
          <ac:chgData name="Tolu Atanda" userId="aaf42d42e9a9e251" providerId="LiveId" clId="{221A5667-1878-4670-971A-4761DD081DF9}" dt="2026-05-03T13:23:53.339" v="480" actId="2711"/>
          <ac:spMkLst>
            <pc:docMk/>
            <pc:sldMk cId="3924200248" sldId="269"/>
            <ac:spMk id="4" creationId="{36332AC9-BBAA-9958-4CDB-D1C2386C8B67}"/>
          </ac:spMkLst>
        </pc:spChg>
        <pc:spChg chg="add mod">
          <ac:chgData name="Tolu Atanda" userId="aaf42d42e9a9e251" providerId="LiveId" clId="{221A5667-1878-4670-971A-4761DD081DF9}" dt="2026-05-03T13:23:44.177" v="479" actId="2711"/>
          <ac:spMkLst>
            <pc:docMk/>
            <pc:sldMk cId="3924200248" sldId="269"/>
            <ac:spMk id="6" creationId="{E6557249-972E-DE1A-57A9-28B0CCFB94EA}"/>
          </ac:spMkLst>
        </pc:spChg>
        <pc:picChg chg="add mod">
          <ac:chgData name="Tolu Atanda" userId="aaf42d42e9a9e251" providerId="LiveId" clId="{221A5667-1878-4670-971A-4761DD081DF9}" dt="2026-05-03T13:23:18.734" v="478" actId="14100"/>
          <ac:picMkLst>
            <pc:docMk/>
            <pc:sldMk cId="3924200248" sldId="269"/>
            <ac:picMk id="7" creationId="{30B43A07-FC19-C76A-23A5-A4C6F0AC3BFF}"/>
          </ac:picMkLst>
        </pc:picChg>
      </pc:sldChg>
      <pc:sldChg chg="delSp modSp new mod chgLayout">
        <pc:chgData name="Tolu Atanda" userId="aaf42d42e9a9e251" providerId="LiveId" clId="{221A5667-1878-4670-971A-4761DD081DF9}" dt="2026-05-03T13:24:11.286" v="481" actId="26606"/>
        <pc:sldMkLst>
          <pc:docMk/>
          <pc:sldMk cId="1408905252" sldId="270"/>
        </pc:sldMkLst>
        <pc:spChg chg="mod">
          <ac:chgData name="Tolu Atanda" userId="aaf42d42e9a9e251" providerId="LiveId" clId="{221A5667-1878-4670-971A-4761DD081DF9}" dt="2026-05-03T13:24:11.286" v="481" actId="26606"/>
          <ac:spMkLst>
            <pc:docMk/>
            <pc:sldMk cId="1408905252" sldId="270"/>
            <ac:spMk id="2" creationId="{206488AB-0082-ED73-B262-997742A2F257}"/>
          </ac:spMkLst>
        </pc:spChg>
        <pc:spChg chg="mod">
          <ac:chgData name="Tolu Atanda" userId="aaf42d42e9a9e251" providerId="LiveId" clId="{221A5667-1878-4670-971A-4761DD081DF9}" dt="2026-05-03T13:24:11.286" v="481" actId="26606"/>
          <ac:spMkLst>
            <pc:docMk/>
            <pc:sldMk cId="1408905252" sldId="270"/>
            <ac:spMk id="4" creationId="{B5C21086-1771-FB28-649F-985456013F65}"/>
          </ac:spMkLst>
        </pc:spChg>
      </pc:sldChg>
      <pc:sldChg chg="addSp delSp modSp new mod modClrScheme chgLayout">
        <pc:chgData name="Tolu Atanda" userId="aaf42d42e9a9e251" providerId="LiveId" clId="{221A5667-1878-4670-971A-4761DD081DF9}" dt="2026-05-03T13:24:47.284" v="482" actId="26606"/>
        <pc:sldMkLst>
          <pc:docMk/>
          <pc:sldMk cId="1875772830" sldId="271"/>
        </pc:sldMkLst>
        <pc:spChg chg="mod">
          <ac:chgData name="Tolu Atanda" userId="aaf42d42e9a9e251" providerId="LiveId" clId="{221A5667-1878-4670-971A-4761DD081DF9}" dt="2026-05-03T13:24:47.284" v="482" actId="26606"/>
          <ac:spMkLst>
            <pc:docMk/>
            <pc:sldMk cId="1875772830" sldId="271"/>
            <ac:spMk id="2" creationId="{523ECDC9-7C1B-DC0E-7DBD-CEF8AC28F4EB}"/>
          </ac:spMkLst>
        </pc:spChg>
        <pc:graphicFrameChg chg="add mod">
          <ac:chgData name="Tolu Atanda" userId="aaf42d42e9a9e251" providerId="LiveId" clId="{221A5667-1878-4670-971A-4761DD081DF9}" dt="2026-05-03T13:24:47.284" v="482" actId="26606"/>
          <ac:graphicFrameMkLst>
            <pc:docMk/>
            <pc:sldMk cId="1875772830" sldId="271"/>
            <ac:graphicFrameMk id="6" creationId="{5F0B0ED1-C8E5-6A7C-8676-14356AA01BAF}"/>
          </ac:graphicFrameMkLst>
        </pc:graphicFrameChg>
      </pc:sldChg>
      <pc:sldMasterChg chg="add addSldLayout">
        <pc:chgData name="Tolu Atanda" userId="aaf42d42e9a9e251" providerId="LiveId" clId="{221A5667-1878-4670-971A-4761DD081DF9}" dt="2026-05-03T02:09:50.393" v="114" actId="26606"/>
        <pc:sldMasterMkLst>
          <pc:docMk/>
          <pc:sldMasterMk cId="161692957" sldId="2147483858"/>
        </pc:sldMasterMkLst>
        <pc:sldLayoutChg chg="add">
          <pc:chgData name="Tolu Atanda" userId="aaf42d42e9a9e251" providerId="LiveId" clId="{221A5667-1878-4670-971A-4761DD081DF9}" dt="2026-05-03T02:09:50.393" v="114" actId="26606"/>
          <pc:sldLayoutMkLst>
            <pc:docMk/>
            <pc:sldMasterMk cId="161692957" sldId="2147483858"/>
            <pc:sldLayoutMk cId="1848232790" sldId="2147483807"/>
          </pc:sldLayoutMkLst>
        </pc:sldLayoutChg>
        <pc:sldLayoutChg chg="add">
          <pc:chgData name="Tolu Atanda" userId="aaf42d42e9a9e251" providerId="LiveId" clId="{221A5667-1878-4670-971A-4761DD081DF9}" dt="2026-05-03T02:09:50.393" v="114" actId="26606"/>
          <pc:sldLayoutMkLst>
            <pc:docMk/>
            <pc:sldMasterMk cId="161692957" sldId="2147483858"/>
            <pc:sldLayoutMk cId="2827009375" sldId="2147483808"/>
          </pc:sldLayoutMkLst>
        </pc:sldLayoutChg>
        <pc:sldLayoutChg chg="add">
          <pc:chgData name="Tolu Atanda" userId="aaf42d42e9a9e251" providerId="LiveId" clId="{221A5667-1878-4670-971A-4761DD081DF9}" dt="2026-05-03T02:09:50.393" v="114" actId="26606"/>
          <pc:sldLayoutMkLst>
            <pc:docMk/>
            <pc:sldMasterMk cId="161692957" sldId="2147483858"/>
            <pc:sldLayoutMk cId="1822370240" sldId="2147483809"/>
          </pc:sldLayoutMkLst>
        </pc:sldLayoutChg>
        <pc:sldLayoutChg chg="add">
          <pc:chgData name="Tolu Atanda" userId="aaf42d42e9a9e251" providerId="LiveId" clId="{221A5667-1878-4670-971A-4761DD081DF9}" dt="2026-05-03T02:09:50.393" v="114" actId="26606"/>
          <pc:sldLayoutMkLst>
            <pc:docMk/>
            <pc:sldMasterMk cId="161692957" sldId="2147483858"/>
            <pc:sldLayoutMk cId="1225349931" sldId="2147483810"/>
          </pc:sldLayoutMkLst>
        </pc:sldLayoutChg>
        <pc:sldLayoutChg chg="add">
          <pc:chgData name="Tolu Atanda" userId="aaf42d42e9a9e251" providerId="LiveId" clId="{221A5667-1878-4670-971A-4761DD081DF9}" dt="2026-05-03T02:09:50.393" v="114" actId="26606"/>
          <pc:sldLayoutMkLst>
            <pc:docMk/>
            <pc:sldMasterMk cId="161692957" sldId="2147483858"/>
            <pc:sldLayoutMk cId="1855051769" sldId="2147483811"/>
          </pc:sldLayoutMkLst>
        </pc:sldLayoutChg>
        <pc:sldLayoutChg chg="add">
          <pc:chgData name="Tolu Atanda" userId="aaf42d42e9a9e251" providerId="LiveId" clId="{221A5667-1878-4670-971A-4761DD081DF9}" dt="2026-05-03T02:09:50.393" v="114" actId="26606"/>
          <pc:sldLayoutMkLst>
            <pc:docMk/>
            <pc:sldMasterMk cId="161692957" sldId="2147483858"/>
            <pc:sldLayoutMk cId="3571137674" sldId="2147483812"/>
          </pc:sldLayoutMkLst>
        </pc:sldLayoutChg>
        <pc:sldLayoutChg chg="add">
          <pc:chgData name="Tolu Atanda" userId="aaf42d42e9a9e251" providerId="LiveId" clId="{221A5667-1878-4670-971A-4761DD081DF9}" dt="2026-05-03T02:09:50.393" v="114" actId="26606"/>
          <pc:sldLayoutMkLst>
            <pc:docMk/>
            <pc:sldMasterMk cId="161692957" sldId="2147483858"/>
            <pc:sldLayoutMk cId="1844550951" sldId="2147483813"/>
          </pc:sldLayoutMkLst>
        </pc:sldLayoutChg>
        <pc:sldLayoutChg chg="add">
          <pc:chgData name="Tolu Atanda" userId="aaf42d42e9a9e251" providerId="LiveId" clId="{221A5667-1878-4670-971A-4761DD081DF9}" dt="2026-05-03T02:09:50.393" v="114" actId="26606"/>
          <pc:sldLayoutMkLst>
            <pc:docMk/>
            <pc:sldMasterMk cId="161692957" sldId="2147483858"/>
            <pc:sldLayoutMk cId="3495874569" sldId="2147483814"/>
          </pc:sldLayoutMkLst>
        </pc:sldLayoutChg>
        <pc:sldLayoutChg chg="add">
          <pc:chgData name="Tolu Atanda" userId="aaf42d42e9a9e251" providerId="LiveId" clId="{221A5667-1878-4670-971A-4761DD081DF9}" dt="2026-05-03T02:09:50.393" v="114" actId="26606"/>
          <pc:sldLayoutMkLst>
            <pc:docMk/>
            <pc:sldMasterMk cId="161692957" sldId="2147483858"/>
            <pc:sldLayoutMk cId="2826422483" sldId="2147483815"/>
          </pc:sldLayoutMkLst>
        </pc:sldLayoutChg>
        <pc:sldLayoutChg chg="add">
          <pc:chgData name="Tolu Atanda" userId="aaf42d42e9a9e251" providerId="LiveId" clId="{221A5667-1878-4670-971A-4761DD081DF9}" dt="2026-05-03T02:09:50.393" v="114" actId="26606"/>
          <pc:sldLayoutMkLst>
            <pc:docMk/>
            <pc:sldMasterMk cId="161692957" sldId="2147483858"/>
            <pc:sldLayoutMk cId="1826216241" sldId="2147483816"/>
          </pc:sldLayoutMkLst>
        </pc:sldLayoutChg>
        <pc:sldLayoutChg chg="add">
          <pc:chgData name="Tolu Atanda" userId="aaf42d42e9a9e251" providerId="LiveId" clId="{221A5667-1878-4670-971A-4761DD081DF9}" dt="2026-05-03T02:09:50.393" v="114" actId="26606"/>
          <pc:sldLayoutMkLst>
            <pc:docMk/>
            <pc:sldMasterMk cId="161692957" sldId="2147483858"/>
            <pc:sldLayoutMk cId="517081433" sldId="2147483817"/>
          </pc:sldLayoutMkLst>
        </pc:sldLayoutChg>
        <pc:sldLayoutChg chg="add">
          <pc:chgData name="Tolu Atanda" userId="aaf42d42e9a9e251" providerId="LiveId" clId="{221A5667-1878-4670-971A-4761DD081DF9}" dt="2026-05-03T02:09:50.393" v="114" actId="26606"/>
          <pc:sldLayoutMkLst>
            <pc:docMk/>
            <pc:sldMasterMk cId="161692957" sldId="2147483858"/>
            <pc:sldLayoutMk cId="3011638516" sldId="2147483818"/>
          </pc:sldLayoutMkLst>
        </pc:sldLayoutChg>
        <pc:sldLayoutChg chg="add">
          <pc:chgData name="Tolu Atanda" userId="aaf42d42e9a9e251" providerId="LiveId" clId="{221A5667-1878-4670-971A-4761DD081DF9}" dt="2026-05-03T02:09:50.393" v="114" actId="26606"/>
          <pc:sldLayoutMkLst>
            <pc:docMk/>
            <pc:sldMasterMk cId="161692957" sldId="2147483858"/>
            <pc:sldLayoutMk cId="523301598" sldId="2147483819"/>
          </pc:sldLayoutMkLst>
        </pc:sldLayoutChg>
        <pc:sldLayoutChg chg="add">
          <pc:chgData name="Tolu Atanda" userId="aaf42d42e9a9e251" providerId="LiveId" clId="{221A5667-1878-4670-971A-4761DD081DF9}" dt="2026-05-03T02:09:50.393" v="114" actId="26606"/>
          <pc:sldLayoutMkLst>
            <pc:docMk/>
            <pc:sldMasterMk cId="161692957" sldId="2147483858"/>
            <pc:sldLayoutMk cId="2925671564" sldId="2147483820"/>
          </pc:sldLayoutMkLst>
        </pc:sldLayoutChg>
        <pc:sldLayoutChg chg="add">
          <pc:chgData name="Tolu Atanda" userId="aaf42d42e9a9e251" providerId="LiveId" clId="{221A5667-1878-4670-971A-4761DD081DF9}" dt="2026-05-03T02:09:50.393" v="114" actId="26606"/>
          <pc:sldLayoutMkLst>
            <pc:docMk/>
            <pc:sldMasterMk cId="161692957" sldId="2147483858"/>
            <pc:sldLayoutMk cId="1434562355" sldId="2147483821"/>
          </pc:sldLayoutMkLst>
        </pc:sldLayoutChg>
        <pc:sldLayoutChg chg="add">
          <pc:chgData name="Tolu Atanda" userId="aaf42d42e9a9e251" providerId="LiveId" clId="{221A5667-1878-4670-971A-4761DD081DF9}" dt="2026-05-03T02:09:50.393" v="114" actId="26606"/>
          <pc:sldLayoutMkLst>
            <pc:docMk/>
            <pc:sldMasterMk cId="161692957" sldId="2147483858"/>
            <pc:sldLayoutMk cId="1512422865" sldId="2147483822"/>
          </pc:sldLayoutMkLst>
        </pc:sldLayoutChg>
        <pc:sldLayoutChg chg="add">
          <pc:chgData name="Tolu Atanda" userId="aaf42d42e9a9e251" providerId="LiveId" clId="{221A5667-1878-4670-971A-4761DD081DF9}" dt="2026-05-03T02:09:50.393" v="114" actId="26606"/>
          <pc:sldLayoutMkLst>
            <pc:docMk/>
            <pc:sldMasterMk cId="161692957" sldId="2147483858"/>
            <pc:sldLayoutMk cId="3142445615" sldId="2147483823"/>
          </pc:sldLayoutMkLst>
        </pc:sldLayoutChg>
        <pc:sldLayoutChg chg="add">
          <pc:chgData name="Tolu Atanda" userId="aaf42d42e9a9e251" providerId="LiveId" clId="{221A5667-1878-4670-971A-4761DD081DF9}" dt="2026-05-03T02:09:50.393" v="114" actId="26606"/>
          <pc:sldLayoutMkLst>
            <pc:docMk/>
            <pc:sldMasterMk cId="161692957" sldId="2147483858"/>
            <pc:sldLayoutMk cId="4110874481" sldId="2147483824"/>
          </pc:sldLayoutMkLst>
        </pc:sldLayoutChg>
        <pc:sldLayoutChg chg="add">
          <pc:chgData name="Tolu Atanda" userId="aaf42d42e9a9e251" providerId="LiveId" clId="{221A5667-1878-4670-971A-4761DD081DF9}" dt="2026-05-03T02:09:50.393" v="114" actId="26606"/>
          <pc:sldLayoutMkLst>
            <pc:docMk/>
            <pc:sldMasterMk cId="161692957" sldId="2147483858"/>
            <pc:sldLayoutMk cId="3654377930" sldId="2147483825"/>
          </pc:sldLayoutMkLst>
        </pc:sldLayoutChg>
        <pc:sldLayoutChg chg="add">
          <pc:chgData name="Tolu Atanda" userId="aaf42d42e9a9e251" providerId="LiveId" clId="{221A5667-1878-4670-971A-4761DD081DF9}" dt="2026-05-03T02:09:50.393" v="114" actId="26606"/>
          <pc:sldLayoutMkLst>
            <pc:docMk/>
            <pc:sldMasterMk cId="161692957" sldId="2147483858"/>
            <pc:sldLayoutMk cId="153351408" sldId="2147483826"/>
          </pc:sldLayoutMkLst>
        </pc:sldLayoutChg>
        <pc:sldLayoutChg chg="add">
          <pc:chgData name="Tolu Atanda" userId="aaf42d42e9a9e251" providerId="LiveId" clId="{221A5667-1878-4670-971A-4761DD081DF9}" dt="2026-05-03T02:09:50.393" v="114" actId="26606"/>
          <pc:sldLayoutMkLst>
            <pc:docMk/>
            <pc:sldMasterMk cId="161692957" sldId="2147483858"/>
            <pc:sldLayoutMk cId="1974457810" sldId="2147483827"/>
          </pc:sldLayoutMkLst>
        </pc:sldLayoutChg>
        <pc:sldLayoutChg chg="add">
          <pc:chgData name="Tolu Atanda" userId="aaf42d42e9a9e251" providerId="LiveId" clId="{221A5667-1878-4670-971A-4761DD081DF9}" dt="2026-05-03T02:09:50.393" v="114" actId="26606"/>
          <pc:sldLayoutMkLst>
            <pc:docMk/>
            <pc:sldMasterMk cId="161692957" sldId="2147483858"/>
            <pc:sldLayoutMk cId="2813308570" sldId="2147483828"/>
          </pc:sldLayoutMkLst>
        </pc:sldLayoutChg>
        <pc:sldLayoutChg chg="add">
          <pc:chgData name="Tolu Atanda" userId="aaf42d42e9a9e251" providerId="LiveId" clId="{221A5667-1878-4670-971A-4761DD081DF9}" dt="2026-05-03T02:09:50.393" v="114" actId="26606"/>
          <pc:sldLayoutMkLst>
            <pc:docMk/>
            <pc:sldMasterMk cId="161692957" sldId="2147483858"/>
            <pc:sldLayoutMk cId="936157274" sldId="2147483829"/>
          </pc:sldLayoutMkLst>
        </pc:sldLayoutChg>
        <pc:sldLayoutChg chg="add">
          <pc:chgData name="Tolu Atanda" userId="aaf42d42e9a9e251" providerId="LiveId" clId="{221A5667-1878-4670-971A-4761DD081DF9}" dt="2026-05-03T02:09:50.393" v="114" actId="26606"/>
          <pc:sldLayoutMkLst>
            <pc:docMk/>
            <pc:sldMasterMk cId="161692957" sldId="2147483858"/>
            <pc:sldLayoutMk cId="1601045250" sldId="2147483830"/>
          </pc:sldLayoutMkLst>
        </pc:sldLayoutChg>
        <pc:sldLayoutChg chg="add">
          <pc:chgData name="Tolu Atanda" userId="aaf42d42e9a9e251" providerId="LiveId" clId="{221A5667-1878-4670-971A-4761DD081DF9}" dt="2026-05-03T02:09:50.393" v="114" actId="26606"/>
          <pc:sldLayoutMkLst>
            <pc:docMk/>
            <pc:sldMasterMk cId="161692957" sldId="2147483858"/>
            <pc:sldLayoutMk cId="2042933948" sldId="2147483831"/>
          </pc:sldLayoutMkLst>
        </pc:sldLayoutChg>
        <pc:sldLayoutChg chg="add">
          <pc:chgData name="Tolu Atanda" userId="aaf42d42e9a9e251" providerId="LiveId" clId="{221A5667-1878-4670-971A-4761DD081DF9}" dt="2026-05-03T02:09:50.393" v="114" actId="26606"/>
          <pc:sldLayoutMkLst>
            <pc:docMk/>
            <pc:sldMasterMk cId="161692957" sldId="2147483858"/>
            <pc:sldLayoutMk cId="3550359148" sldId="2147483832"/>
          </pc:sldLayoutMkLst>
        </pc:sldLayoutChg>
        <pc:sldLayoutChg chg="add">
          <pc:chgData name="Tolu Atanda" userId="aaf42d42e9a9e251" providerId="LiveId" clId="{221A5667-1878-4670-971A-4761DD081DF9}" dt="2026-05-03T02:09:50.393" v="114" actId="26606"/>
          <pc:sldLayoutMkLst>
            <pc:docMk/>
            <pc:sldMasterMk cId="161692957" sldId="2147483858"/>
            <pc:sldLayoutMk cId="10069768" sldId="2147483833"/>
          </pc:sldLayoutMkLst>
        </pc:sldLayoutChg>
        <pc:sldLayoutChg chg="add">
          <pc:chgData name="Tolu Atanda" userId="aaf42d42e9a9e251" providerId="LiveId" clId="{221A5667-1878-4670-971A-4761DD081DF9}" dt="2026-05-03T02:09:50.393" v="114" actId="26606"/>
          <pc:sldLayoutMkLst>
            <pc:docMk/>
            <pc:sldMasterMk cId="161692957" sldId="2147483858"/>
            <pc:sldLayoutMk cId="3434981891" sldId="2147483834"/>
          </pc:sldLayoutMkLst>
        </pc:sldLayoutChg>
        <pc:sldLayoutChg chg="add">
          <pc:chgData name="Tolu Atanda" userId="aaf42d42e9a9e251" providerId="LiveId" clId="{221A5667-1878-4670-971A-4761DD081DF9}" dt="2026-05-03T02:09:50.393" v="114" actId="26606"/>
          <pc:sldLayoutMkLst>
            <pc:docMk/>
            <pc:sldMasterMk cId="161692957" sldId="2147483858"/>
            <pc:sldLayoutMk cId="3451717335" sldId="2147483835"/>
          </pc:sldLayoutMkLst>
        </pc:sldLayoutChg>
        <pc:sldLayoutChg chg="add">
          <pc:chgData name="Tolu Atanda" userId="aaf42d42e9a9e251" providerId="LiveId" clId="{221A5667-1878-4670-971A-4761DD081DF9}" dt="2026-05-03T02:09:50.393" v="114" actId="26606"/>
          <pc:sldLayoutMkLst>
            <pc:docMk/>
            <pc:sldMasterMk cId="161692957" sldId="2147483858"/>
            <pc:sldLayoutMk cId="3421238711" sldId="2147483836"/>
          </pc:sldLayoutMkLst>
        </pc:sldLayoutChg>
        <pc:sldLayoutChg chg="add">
          <pc:chgData name="Tolu Atanda" userId="aaf42d42e9a9e251" providerId="LiveId" clId="{221A5667-1878-4670-971A-4761DD081DF9}" dt="2026-05-03T02:09:50.393" v="114" actId="26606"/>
          <pc:sldLayoutMkLst>
            <pc:docMk/>
            <pc:sldMasterMk cId="161692957" sldId="2147483858"/>
            <pc:sldLayoutMk cId="1765314992" sldId="2147483837"/>
          </pc:sldLayoutMkLst>
        </pc:sldLayoutChg>
        <pc:sldLayoutChg chg="add">
          <pc:chgData name="Tolu Atanda" userId="aaf42d42e9a9e251" providerId="LiveId" clId="{221A5667-1878-4670-971A-4761DD081DF9}" dt="2026-05-03T02:09:50.393" v="114" actId="26606"/>
          <pc:sldLayoutMkLst>
            <pc:docMk/>
            <pc:sldMasterMk cId="161692957" sldId="2147483858"/>
            <pc:sldLayoutMk cId="3185312968" sldId="2147483838"/>
          </pc:sldLayoutMkLst>
        </pc:sldLayoutChg>
        <pc:sldLayoutChg chg="add">
          <pc:chgData name="Tolu Atanda" userId="aaf42d42e9a9e251" providerId="LiveId" clId="{221A5667-1878-4670-971A-4761DD081DF9}" dt="2026-05-03T02:09:50.393" v="114" actId="26606"/>
          <pc:sldLayoutMkLst>
            <pc:docMk/>
            <pc:sldMasterMk cId="161692957" sldId="2147483858"/>
            <pc:sldLayoutMk cId="2733645157" sldId="2147483839"/>
          </pc:sldLayoutMkLst>
        </pc:sldLayoutChg>
        <pc:sldLayoutChg chg="add">
          <pc:chgData name="Tolu Atanda" userId="aaf42d42e9a9e251" providerId="LiveId" clId="{221A5667-1878-4670-971A-4761DD081DF9}" dt="2026-05-03T02:09:50.393" v="114" actId="26606"/>
          <pc:sldLayoutMkLst>
            <pc:docMk/>
            <pc:sldMasterMk cId="161692957" sldId="2147483858"/>
            <pc:sldLayoutMk cId="2714141169" sldId="2147483840"/>
          </pc:sldLayoutMkLst>
        </pc:sldLayoutChg>
        <pc:sldLayoutChg chg="add">
          <pc:chgData name="Tolu Atanda" userId="aaf42d42e9a9e251" providerId="LiveId" clId="{221A5667-1878-4670-971A-4761DD081DF9}" dt="2026-05-03T02:09:50.393" v="114" actId="26606"/>
          <pc:sldLayoutMkLst>
            <pc:docMk/>
            <pc:sldMasterMk cId="161692957" sldId="2147483858"/>
            <pc:sldLayoutMk cId="1301517841" sldId="2147483841"/>
          </pc:sldLayoutMkLst>
        </pc:sldLayoutChg>
        <pc:sldLayoutChg chg="add">
          <pc:chgData name="Tolu Atanda" userId="aaf42d42e9a9e251" providerId="LiveId" clId="{221A5667-1878-4670-971A-4761DD081DF9}" dt="2026-05-03T02:09:50.393" v="114" actId="26606"/>
          <pc:sldLayoutMkLst>
            <pc:docMk/>
            <pc:sldMasterMk cId="161692957" sldId="2147483858"/>
            <pc:sldLayoutMk cId="733888106" sldId="2147483842"/>
          </pc:sldLayoutMkLst>
        </pc:sldLayoutChg>
        <pc:sldLayoutChg chg="add">
          <pc:chgData name="Tolu Atanda" userId="aaf42d42e9a9e251" providerId="LiveId" clId="{221A5667-1878-4670-971A-4761DD081DF9}" dt="2026-05-03T02:09:50.393" v="114" actId="26606"/>
          <pc:sldLayoutMkLst>
            <pc:docMk/>
            <pc:sldMasterMk cId="161692957" sldId="2147483858"/>
            <pc:sldLayoutMk cId="2007847847" sldId="2147483843"/>
          </pc:sldLayoutMkLst>
        </pc:sldLayoutChg>
        <pc:sldLayoutChg chg="add">
          <pc:chgData name="Tolu Atanda" userId="aaf42d42e9a9e251" providerId="LiveId" clId="{221A5667-1878-4670-971A-4761DD081DF9}" dt="2026-05-03T02:09:50.393" v="114" actId="26606"/>
          <pc:sldLayoutMkLst>
            <pc:docMk/>
            <pc:sldMasterMk cId="161692957" sldId="2147483858"/>
            <pc:sldLayoutMk cId="1693454949" sldId="2147483844"/>
          </pc:sldLayoutMkLst>
        </pc:sldLayoutChg>
        <pc:sldLayoutChg chg="add">
          <pc:chgData name="Tolu Atanda" userId="aaf42d42e9a9e251" providerId="LiveId" clId="{221A5667-1878-4670-971A-4761DD081DF9}" dt="2026-05-03T02:09:50.393" v="114" actId="26606"/>
          <pc:sldLayoutMkLst>
            <pc:docMk/>
            <pc:sldMasterMk cId="161692957" sldId="2147483858"/>
            <pc:sldLayoutMk cId="3180931072" sldId="2147483845"/>
          </pc:sldLayoutMkLst>
        </pc:sldLayoutChg>
        <pc:sldLayoutChg chg="add">
          <pc:chgData name="Tolu Atanda" userId="aaf42d42e9a9e251" providerId="LiveId" clId="{221A5667-1878-4670-971A-4761DD081DF9}" dt="2026-05-03T02:09:50.393" v="114" actId="26606"/>
          <pc:sldLayoutMkLst>
            <pc:docMk/>
            <pc:sldMasterMk cId="161692957" sldId="2147483858"/>
            <pc:sldLayoutMk cId="2395433250" sldId="2147483846"/>
          </pc:sldLayoutMkLst>
        </pc:sldLayoutChg>
        <pc:sldLayoutChg chg="add">
          <pc:chgData name="Tolu Atanda" userId="aaf42d42e9a9e251" providerId="LiveId" clId="{221A5667-1878-4670-971A-4761DD081DF9}" dt="2026-05-03T02:09:50.393" v="114" actId="26606"/>
          <pc:sldLayoutMkLst>
            <pc:docMk/>
            <pc:sldMasterMk cId="161692957" sldId="2147483858"/>
            <pc:sldLayoutMk cId="19603137" sldId="2147483847"/>
          </pc:sldLayoutMkLst>
        </pc:sldLayoutChg>
        <pc:sldLayoutChg chg="add">
          <pc:chgData name="Tolu Atanda" userId="aaf42d42e9a9e251" providerId="LiveId" clId="{221A5667-1878-4670-971A-4761DD081DF9}" dt="2026-05-03T02:09:50.393" v="114" actId="26606"/>
          <pc:sldLayoutMkLst>
            <pc:docMk/>
            <pc:sldMasterMk cId="161692957" sldId="2147483858"/>
            <pc:sldLayoutMk cId="4053500086" sldId="2147483848"/>
          </pc:sldLayoutMkLst>
        </pc:sldLayoutChg>
        <pc:sldLayoutChg chg="add">
          <pc:chgData name="Tolu Atanda" userId="aaf42d42e9a9e251" providerId="LiveId" clId="{221A5667-1878-4670-971A-4761DD081DF9}" dt="2026-05-03T02:09:50.393" v="114" actId="26606"/>
          <pc:sldLayoutMkLst>
            <pc:docMk/>
            <pc:sldMasterMk cId="161692957" sldId="2147483858"/>
            <pc:sldLayoutMk cId="1133770369" sldId="2147483849"/>
          </pc:sldLayoutMkLst>
        </pc:sldLayoutChg>
        <pc:sldLayoutChg chg="add">
          <pc:chgData name="Tolu Atanda" userId="aaf42d42e9a9e251" providerId="LiveId" clId="{221A5667-1878-4670-971A-4761DD081DF9}" dt="2026-05-03T02:09:50.393" v="114" actId="26606"/>
          <pc:sldLayoutMkLst>
            <pc:docMk/>
            <pc:sldMasterMk cId="161692957" sldId="2147483858"/>
            <pc:sldLayoutMk cId="3249133862" sldId="2147483850"/>
          </pc:sldLayoutMkLst>
        </pc:sldLayoutChg>
        <pc:sldLayoutChg chg="add">
          <pc:chgData name="Tolu Atanda" userId="aaf42d42e9a9e251" providerId="LiveId" clId="{221A5667-1878-4670-971A-4761DD081DF9}" dt="2026-05-03T02:09:50.393" v="114" actId="26606"/>
          <pc:sldLayoutMkLst>
            <pc:docMk/>
            <pc:sldMasterMk cId="161692957" sldId="2147483858"/>
            <pc:sldLayoutMk cId="1774895186" sldId="2147483851"/>
          </pc:sldLayoutMkLst>
        </pc:sldLayoutChg>
        <pc:sldLayoutChg chg="add">
          <pc:chgData name="Tolu Atanda" userId="aaf42d42e9a9e251" providerId="LiveId" clId="{221A5667-1878-4670-971A-4761DD081DF9}" dt="2026-05-03T02:09:50.393" v="114" actId="26606"/>
          <pc:sldLayoutMkLst>
            <pc:docMk/>
            <pc:sldMasterMk cId="161692957" sldId="2147483858"/>
            <pc:sldLayoutMk cId="1837885466" sldId="2147483852"/>
          </pc:sldLayoutMkLst>
        </pc:sldLayoutChg>
        <pc:sldLayoutChg chg="add">
          <pc:chgData name="Tolu Atanda" userId="aaf42d42e9a9e251" providerId="LiveId" clId="{221A5667-1878-4670-971A-4761DD081DF9}" dt="2026-05-03T02:09:50.393" v="114" actId="26606"/>
          <pc:sldLayoutMkLst>
            <pc:docMk/>
            <pc:sldMasterMk cId="161692957" sldId="2147483858"/>
            <pc:sldLayoutMk cId="1725143534" sldId="2147483853"/>
          </pc:sldLayoutMkLst>
        </pc:sldLayoutChg>
        <pc:sldLayoutChg chg="add">
          <pc:chgData name="Tolu Atanda" userId="aaf42d42e9a9e251" providerId="LiveId" clId="{221A5667-1878-4670-971A-4761DD081DF9}" dt="2026-05-03T02:09:50.393" v="114" actId="26606"/>
          <pc:sldLayoutMkLst>
            <pc:docMk/>
            <pc:sldMasterMk cId="161692957" sldId="2147483858"/>
            <pc:sldLayoutMk cId="1610930822" sldId="2147483854"/>
          </pc:sldLayoutMkLst>
        </pc:sldLayoutChg>
        <pc:sldLayoutChg chg="add">
          <pc:chgData name="Tolu Atanda" userId="aaf42d42e9a9e251" providerId="LiveId" clId="{221A5667-1878-4670-971A-4761DD081DF9}" dt="2026-05-03T02:09:50.393" v="114" actId="26606"/>
          <pc:sldLayoutMkLst>
            <pc:docMk/>
            <pc:sldMasterMk cId="161692957" sldId="2147483858"/>
            <pc:sldLayoutMk cId="4141066040" sldId="2147483855"/>
          </pc:sldLayoutMkLst>
        </pc:sldLayoutChg>
        <pc:sldLayoutChg chg="add">
          <pc:chgData name="Tolu Atanda" userId="aaf42d42e9a9e251" providerId="LiveId" clId="{221A5667-1878-4670-971A-4761DD081DF9}" dt="2026-05-03T02:09:50.393" v="114" actId="26606"/>
          <pc:sldLayoutMkLst>
            <pc:docMk/>
            <pc:sldMasterMk cId="161692957" sldId="2147483858"/>
            <pc:sldLayoutMk cId="2936446155" sldId="2147483856"/>
          </pc:sldLayoutMkLst>
        </pc:sldLayoutChg>
        <pc:sldLayoutChg chg="add">
          <pc:chgData name="Tolu Atanda" userId="aaf42d42e9a9e251" providerId="LiveId" clId="{221A5667-1878-4670-971A-4761DD081DF9}" dt="2026-05-03T02:09:50.393" v="114" actId="26606"/>
          <pc:sldLayoutMkLst>
            <pc:docMk/>
            <pc:sldMasterMk cId="161692957" sldId="2147483858"/>
            <pc:sldLayoutMk cId="1230049993" sldId="2147483857"/>
          </pc:sldLayoutMkLst>
        </pc:sldLayoutChg>
      </pc:sldMasterChg>
    </pc:docChg>
  </pc:docChgLst>
</pc:chgInfo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svg"/><Relationship Id="rId2" Type="http://schemas.openxmlformats.org/officeDocument/2006/relationships/image" Target="../media/image26.svg"/><Relationship Id="rId1" Type="http://schemas.openxmlformats.org/officeDocument/2006/relationships/image" Target="../media/image25.svg"/><Relationship Id="rId4" Type="http://schemas.openxmlformats.org/officeDocument/2006/relationships/image" Target="../media/image28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svg"/><Relationship Id="rId2" Type="http://schemas.openxmlformats.org/officeDocument/2006/relationships/image" Target="../media/image26.svg"/><Relationship Id="rId1" Type="http://schemas.openxmlformats.org/officeDocument/2006/relationships/image" Target="../media/image25.svg"/><Relationship Id="rId4" Type="http://schemas.openxmlformats.org/officeDocument/2006/relationships/image" Target="../media/image28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C70817B-2255-46D6-A3C0-E7FEB48E4C2C}" type="doc">
      <dgm:prSet loTypeId="urn:microsoft.com/office/officeart/2008/layout/LinedList" loCatId="list" qsTypeId="urn:microsoft.com/office/officeart/2005/8/quickstyle/simple1" qsCatId="simple" csTypeId="urn:microsoft.com/office/officeart/2005/8/colors/accent2_2" csCatId="accent2"/>
      <dgm:spPr/>
      <dgm:t>
        <a:bodyPr/>
        <a:lstStyle/>
        <a:p>
          <a:endParaRPr lang="en-US"/>
        </a:p>
      </dgm:t>
    </dgm:pt>
    <dgm:pt modelId="{450029E0-A0E3-4F5E-A054-E85F3E1C817D}">
      <dgm:prSet/>
      <dgm:spPr/>
      <dgm:t>
        <a:bodyPr/>
        <a:lstStyle/>
        <a:p>
          <a:r>
            <a:rPr lang="en-US" b="1"/>
            <a:t>Dataset:</a:t>
          </a:r>
          <a:r>
            <a:rPr lang="en-US"/>
            <a:t> 1,000 synthetic homeowner policies</a:t>
          </a:r>
        </a:p>
      </dgm:t>
    </dgm:pt>
    <dgm:pt modelId="{8A189121-1F21-466B-9A69-E1F06555845A}" type="parTrans" cxnId="{EF98D754-001C-4343-8BA6-1E698A17C753}">
      <dgm:prSet/>
      <dgm:spPr/>
      <dgm:t>
        <a:bodyPr/>
        <a:lstStyle/>
        <a:p>
          <a:endParaRPr lang="en-US"/>
        </a:p>
      </dgm:t>
    </dgm:pt>
    <dgm:pt modelId="{810EE440-FF9D-4853-B0BC-79969C32AF78}" type="sibTrans" cxnId="{EF98D754-001C-4343-8BA6-1E698A17C753}">
      <dgm:prSet/>
      <dgm:spPr/>
      <dgm:t>
        <a:bodyPr/>
        <a:lstStyle/>
        <a:p>
          <a:endParaRPr lang="en-US"/>
        </a:p>
      </dgm:t>
    </dgm:pt>
    <dgm:pt modelId="{CBDBBC94-7230-4CA7-B5BF-16588456A75C}">
      <dgm:prSet/>
      <dgm:spPr/>
      <dgm:t>
        <a:bodyPr/>
        <a:lstStyle/>
        <a:p>
          <a:r>
            <a:rPr lang="en-US" b="1"/>
            <a:t>Time Period:</a:t>
          </a:r>
          <a:r>
            <a:rPr lang="en-US"/>
            <a:t> Single year of data</a:t>
          </a:r>
        </a:p>
      </dgm:t>
    </dgm:pt>
    <dgm:pt modelId="{1246794C-81B8-4FEA-9C58-7CFBEDCC62B4}" type="parTrans" cxnId="{B4BB421A-DE11-45A8-858A-40F0B3143EB6}">
      <dgm:prSet/>
      <dgm:spPr/>
      <dgm:t>
        <a:bodyPr/>
        <a:lstStyle/>
        <a:p>
          <a:endParaRPr lang="en-US"/>
        </a:p>
      </dgm:t>
    </dgm:pt>
    <dgm:pt modelId="{E26A06FD-F4F6-4BB6-9B95-0DBA57214EE9}" type="sibTrans" cxnId="{B4BB421A-DE11-45A8-858A-40F0B3143EB6}">
      <dgm:prSet/>
      <dgm:spPr/>
      <dgm:t>
        <a:bodyPr/>
        <a:lstStyle/>
        <a:p>
          <a:endParaRPr lang="en-US"/>
        </a:p>
      </dgm:t>
    </dgm:pt>
    <dgm:pt modelId="{0091D7B3-1B81-45A9-AA2D-838991955394}">
      <dgm:prSet/>
      <dgm:spPr/>
      <dgm:t>
        <a:bodyPr/>
        <a:lstStyle/>
        <a:p>
          <a:r>
            <a:rPr lang="en-US" b="1"/>
            <a:t>Key Variables Analyzed:</a:t>
          </a:r>
          <a:endParaRPr lang="en-US"/>
        </a:p>
      </dgm:t>
    </dgm:pt>
    <dgm:pt modelId="{9BCC43F4-CB3C-4939-B132-76698A4CF331}" type="parTrans" cxnId="{E74E11BD-629E-4BF3-8448-0ECABE208D45}">
      <dgm:prSet/>
      <dgm:spPr/>
      <dgm:t>
        <a:bodyPr/>
        <a:lstStyle/>
        <a:p>
          <a:endParaRPr lang="en-US"/>
        </a:p>
      </dgm:t>
    </dgm:pt>
    <dgm:pt modelId="{B9124E5A-172F-431D-86E7-49C078E59F7C}" type="sibTrans" cxnId="{E74E11BD-629E-4BF3-8448-0ECABE208D45}">
      <dgm:prSet/>
      <dgm:spPr/>
      <dgm:t>
        <a:bodyPr/>
        <a:lstStyle/>
        <a:p>
          <a:endParaRPr lang="en-US"/>
        </a:p>
      </dgm:t>
    </dgm:pt>
    <dgm:pt modelId="{FEE041EB-D201-4DBD-A3B5-685A6F02FD4B}">
      <dgm:prSet/>
      <dgm:spPr/>
      <dgm:t>
        <a:bodyPr/>
        <a:lstStyle/>
        <a:p>
          <a:r>
            <a:rPr lang="en-US"/>
            <a:t>Premiums collected</a:t>
          </a:r>
        </a:p>
      </dgm:t>
    </dgm:pt>
    <dgm:pt modelId="{ECBE5545-AE88-4A44-88A4-D5FAE30DE36C}" type="parTrans" cxnId="{2E8A606C-ACBC-4B1C-8147-093AA421B446}">
      <dgm:prSet/>
      <dgm:spPr/>
      <dgm:t>
        <a:bodyPr/>
        <a:lstStyle/>
        <a:p>
          <a:endParaRPr lang="en-US"/>
        </a:p>
      </dgm:t>
    </dgm:pt>
    <dgm:pt modelId="{CA1BF704-4916-4F38-88A9-DD959C07F5C5}" type="sibTrans" cxnId="{2E8A606C-ACBC-4B1C-8147-093AA421B446}">
      <dgm:prSet/>
      <dgm:spPr/>
      <dgm:t>
        <a:bodyPr/>
        <a:lstStyle/>
        <a:p>
          <a:endParaRPr lang="en-US"/>
        </a:p>
      </dgm:t>
    </dgm:pt>
    <dgm:pt modelId="{08942ABC-5B9D-4D8E-8B04-11FA938492AE}">
      <dgm:prSet/>
      <dgm:spPr/>
      <dgm:t>
        <a:bodyPr/>
        <a:lstStyle/>
        <a:p>
          <a:r>
            <a:rPr lang="en-US" dirty="0"/>
            <a:t>Claim occurrence</a:t>
          </a:r>
        </a:p>
      </dgm:t>
    </dgm:pt>
    <dgm:pt modelId="{34887F4E-EF74-46E5-B9D8-574174CCB1FA}" type="parTrans" cxnId="{943A98CA-21F6-4FA6-A306-C3C8813DADB6}">
      <dgm:prSet/>
      <dgm:spPr/>
      <dgm:t>
        <a:bodyPr/>
        <a:lstStyle/>
        <a:p>
          <a:endParaRPr lang="en-US"/>
        </a:p>
      </dgm:t>
    </dgm:pt>
    <dgm:pt modelId="{5C1D7DA3-E3E9-456F-AA5D-26BF0B5FEFEC}" type="sibTrans" cxnId="{943A98CA-21F6-4FA6-A306-C3C8813DADB6}">
      <dgm:prSet/>
      <dgm:spPr/>
      <dgm:t>
        <a:bodyPr/>
        <a:lstStyle/>
        <a:p>
          <a:endParaRPr lang="en-US"/>
        </a:p>
      </dgm:t>
    </dgm:pt>
    <dgm:pt modelId="{89F8C1BE-5AAF-4247-86E0-911AE1FAB257}">
      <dgm:prSet/>
      <dgm:spPr/>
      <dgm:t>
        <a:bodyPr/>
        <a:lstStyle/>
        <a:p>
          <a:r>
            <a:rPr lang="en-US"/>
            <a:t>Flood zone status</a:t>
          </a:r>
        </a:p>
      </dgm:t>
    </dgm:pt>
    <dgm:pt modelId="{9BDABC82-4E95-431D-ADC7-F00488F874E1}" type="parTrans" cxnId="{E57F16B7-0C87-4CC6-A0A1-8108673ECD58}">
      <dgm:prSet/>
      <dgm:spPr/>
      <dgm:t>
        <a:bodyPr/>
        <a:lstStyle/>
        <a:p>
          <a:endParaRPr lang="en-US"/>
        </a:p>
      </dgm:t>
    </dgm:pt>
    <dgm:pt modelId="{75A98582-D4DC-4EDD-A679-E0B3604C3EFD}" type="sibTrans" cxnId="{E57F16B7-0C87-4CC6-A0A1-8108673ECD58}">
      <dgm:prSet/>
      <dgm:spPr/>
      <dgm:t>
        <a:bodyPr/>
        <a:lstStyle/>
        <a:p>
          <a:endParaRPr lang="en-US"/>
        </a:p>
      </dgm:t>
    </dgm:pt>
    <dgm:pt modelId="{90FD8CF6-BC0E-4463-9C4F-92DE7C17C0BB}">
      <dgm:prSet/>
      <dgm:spPr/>
      <dgm:t>
        <a:bodyPr/>
        <a:lstStyle/>
        <a:p>
          <a:r>
            <a:rPr lang="en-US"/>
            <a:t>Construction type</a:t>
          </a:r>
        </a:p>
      </dgm:t>
    </dgm:pt>
    <dgm:pt modelId="{FA43A360-2F18-43F0-9395-23C4E747D763}" type="parTrans" cxnId="{E0D43626-7EB1-4778-9AF8-5A35BE4130F3}">
      <dgm:prSet/>
      <dgm:spPr/>
      <dgm:t>
        <a:bodyPr/>
        <a:lstStyle/>
        <a:p>
          <a:endParaRPr lang="en-US"/>
        </a:p>
      </dgm:t>
    </dgm:pt>
    <dgm:pt modelId="{FBD85509-4BE4-4962-8534-1C55F714859A}" type="sibTrans" cxnId="{E0D43626-7EB1-4778-9AF8-5A35BE4130F3}">
      <dgm:prSet/>
      <dgm:spPr/>
      <dgm:t>
        <a:bodyPr/>
        <a:lstStyle/>
        <a:p>
          <a:endParaRPr lang="en-US"/>
        </a:p>
      </dgm:t>
    </dgm:pt>
    <dgm:pt modelId="{DD743B02-3CDA-4A7D-9458-6B4A94B79C73}">
      <dgm:prSet/>
      <dgm:spPr/>
      <dgm:t>
        <a:bodyPr/>
        <a:lstStyle/>
        <a:p>
          <a:r>
            <a:rPr lang="en-US"/>
            <a:t>Risk scores</a:t>
          </a:r>
        </a:p>
      </dgm:t>
    </dgm:pt>
    <dgm:pt modelId="{5ED9E36B-9B13-4862-A01F-22E27469CD5E}" type="parTrans" cxnId="{459510F6-C84E-4E45-96B2-051A634A4BF2}">
      <dgm:prSet/>
      <dgm:spPr/>
      <dgm:t>
        <a:bodyPr/>
        <a:lstStyle/>
        <a:p>
          <a:endParaRPr lang="en-US"/>
        </a:p>
      </dgm:t>
    </dgm:pt>
    <dgm:pt modelId="{92F3AC3A-C5FF-4CD0-8DE6-59E76A2B7B50}" type="sibTrans" cxnId="{459510F6-C84E-4E45-96B2-051A634A4BF2}">
      <dgm:prSet/>
      <dgm:spPr/>
      <dgm:t>
        <a:bodyPr/>
        <a:lstStyle/>
        <a:p>
          <a:endParaRPr lang="en-US"/>
        </a:p>
      </dgm:t>
    </dgm:pt>
    <dgm:pt modelId="{8A20A8A1-A6E7-4D75-8A11-1F20220664A5}" type="pres">
      <dgm:prSet presAssocID="{4C70817B-2255-46D6-A3C0-E7FEB48E4C2C}" presName="vert0" presStyleCnt="0">
        <dgm:presLayoutVars>
          <dgm:dir/>
          <dgm:animOne val="branch"/>
          <dgm:animLvl val="lvl"/>
        </dgm:presLayoutVars>
      </dgm:prSet>
      <dgm:spPr/>
    </dgm:pt>
    <dgm:pt modelId="{7A340CEF-73CC-4D99-957B-E2F0937DA67C}" type="pres">
      <dgm:prSet presAssocID="{450029E0-A0E3-4F5E-A054-E85F3E1C817D}" presName="thickLine" presStyleLbl="alignNode1" presStyleIdx="0" presStyleCnt="8"/>
      <dgm:spPr/>
    </dgm:pt>
    <dgm:pt modelId="{E919882D-E524-4356-9972-30FC6506BD8E}" type="pres">
      <dgm:prSet presAssocID="{450029E0-A0E3-4F5E-A054-E85F3E1C817D}" presName="horz1" presStyleCnt="0"/>
      <dgm:spPr/>
    </dgm:pt>
    <dgm:pt modelId="{C4BA3622-C45A-4A32-97EF-083825FBD6F4}" type="pres">
      <dgm:prSet presAssocID="{450029E0-A0E3-4F5E-A054-E85F3E1C817D}" presName="tx1" presStyleLbl="revTx" presStyleIdx="0" presStyleCnt="8"/>
      <dgm:spPr/>
    </dgm:pt>
    <dgm:pt modelId="{AEBF6125-872D-4228-AF2E-74DAD5292B8C}" type="pres">
      <dgm:prSet presAssocID="{450029E0-A0E3-4F5E-A054-E85F3E1C817D}" presName="vert1" presStyleCnt="0"/>
      <dgm:spPr/>
    </dgm:pt>
    <dgm:pt modelId="{C141A2BD-2F59-4AB2-A6FF-ABE16EE976A5}" type="pres">
      <dgm:prSet presAssocID="{CBDBBC94-7230-4CA7-B5BF-16588456A75C}" presName="thickLine" presStyleLbl="alignNode1" presStyleIdx="1" presStyleCnt="8"/>
      <dgm:spPr/>
    </dgm:pt>
    <dgm:pt modelId="{770974D8-A7A9-4565-87C8-71BD810F2F2E}" type="pres">
      <dgm:prSet presAssocID="{CBDBBC94-7230-4CA7-B5BF-16588456A75C}" presName="horz1" presStyleCnt="0"/>
      <dgm:spPr/>
    </dgm:pt>
    <dgm:pt modelId="{DBA88B2A-4496-4F04-84E1-789FE2B87BE9}" type="pres">
      <dgm:prSet presAssocID="{CBDBBC94-7230-4CA7-B5BF-16588456A75C}" presName="tx1" presStyleLbl="revTx" presStyleIdx="1" presStyleCnt="8"/>
      <dgm:spPr/>
    </dgm:pt>
    <dgm:pt modelId="{23FCFD23-9CFD-43B7-B8DD-C175D568660E}" type="pres">
      <dgm:prSet presAssocID="{CBDBBC94-7230-4CA7-B5BF-16588456A75C}" presName="vert1" presStyleCnt="0"/>
      <dgm:spPr/>
    </dgm:pt>
    <dgm:pt modelId="{5E4EDC58-0F60-444E-9EC7-EEE4A06A1F98}" type="pres">
      <dgm:prSet presAssocID="{0091D7B3-1B81-45A9-AA2D-838991955394}" presName="thickLine" presStyleLbl="alignNode1" presStyleIdx="2" presStyleCnt="8"/>
      <dgm:spPr/>
    </dgm:pt>
    <dgm:pt modelId="{0DB32BCB-6959-4ED1-90A2-4E323470016B}" type="pres">
      <dgm:prSet presAssocID="{0091D7B3-1B81-45A9-AA2D-838991955394}" presName="horz1" presStyleCnt="0"/>
      <dgm:spPr/>
    </dgm:pt>
    <dgm:pt modelId="{59B40A69-EADD-41EE-A760-D3185BF38496}" type="pres">
      <dgm:prSet presAssocID="{0091D7B3-1B81-45A9-AA2D-838991955394}" presName="tx1" presStyleLbl="revTx" presStyleIdx="2" presStyleCnt="8"/>
      <dgm:spPr/>
    </dgm:pt>
    <dgm:pt modelId="{A848549D-B692-431C-B229-81C1A55852CF}" type="pres">
      <dgm:prSet presAssocID="{0091D7B3-1B81-45A9-AA2D-838991955394}" presName="vert1" presStyleCnt="0"/>
      <dgm:spPr/>
    </dgm:pt>
    <dgm:pt modelId="{96BCA5C3-52F8-4BAC-AEFA-B502F0540207}" type="pres">
      <dgm:prSet presAssocID="{FEE041EB-D201-4DBD-A3B5-685A6F02FD4B}" presName="thickLine" presStyleLbl="alignNode1" presStyleIdx="3" presStyleCnt="8"/>
      <dgm:spPr/>
    </dgm:pt>
    <dgm:pt modelId="{95C33226-2930-44A4-88EC-0A7DD2F7ABC8}" type="pres">
      <dgm:prSet presAssocID="{FEE041EB-D201-4DBD-A3B5-685A6F02FD4B}" presName="horz1" presStyleCnt="0"/>
      <dgm:spPr/>
    </dgm:pt>
    <dgm:pt modelId="{28F9DDDB-E69C-4F55-A112-17D90AB750D2}" type="pres">
      <dgm:prSet presAssocID="{FEE041EB-D201-4DBD-A3B5-685A6F02FD4B}" presName="tx1" presStyleLbl="revTx" presStyleIdx="3" presStyleCnt="8"/>
      <dgm:spPr/>
    </dgm:pt>
    <dgm:pt modelId="{0AC2C5A9-3CE7-46F0-BC59-F3DFD82EFD19}" type="pres">
      <dgm:prSet presAssocID="{FEE041EB-D201-4DBD-A3B5-685A6F02FD4B}" presName="vert1" presStyleCnt="0"/>
      <dgm:spPr/>
    </dgm:pt>
    <dgm:pt modelId="{53EB26EB-A726-4490-8871-7F7D1A198F37}" type="pres">
      <dgm:prSet presAssocID="{08942ABC-5B9D-4D8E-8B04-11FA938492AE}" presName="thickLine" presStyleLbl="alignNode1" presStyleIdx="4" presStyleCnt="8"/>
      <dgm:spPr/>
    </dgm:pt>
    <dgm:pt modelId="{D0BD0AC5-9FCF-4F7B-9397-BDEB75B4C772}" type="pres">
      <dgm:prSet presAssocID="{08942ABC-5B9D-4D8E-8B04-11FA938492AE}" presName="horz1" presStyleCnt="0"/>
      <dgm:spPr/>
    </dgm:pt>
    <dgm:pt modelId="{AECB1E6B-5125-40FC-A230-A192DD0A3D60}" type="pres">
      <dgm:prSet presAssocID="{08942ABC-5B9D-4D8E-8B04-11FA938492AE}" presName="tx1" presStyleLbl="revTx" presStyleIdx="4" presStyleCnt="8"/>
      <dgm:spPr/>
    </dgm:pt>
    <dgm:pt modelId="{6FBCF22A-AC9F-40E2-85AE-839C96F9BC25}" type="pres">
      <dgm:prSet presAssocID="{08942ABC-5B9D-4D8E-8B04-11FA938492AE}" presName="vert1" presStyleCnt="0"/>
      <dgm:spPr/>
    </dgm:pt>
    <dgm:pt modelId="{FB8E4F38-F9B8-4BA1-B059-7715D8F41BA3}" type="pres">
      <dgm:prSet presAssocID="{89F8C1BE-5AAF-4247-86E0-911AE1FAB257}" presName="thickLine" presStyleLbl="alignNode1" presStyleIdx="5" presStyleCnt="8"/>
      <dgm:spPr/>
    </dgm:pt>
    <dgm:pt modelId="{F697F8B1-7864-43B2-965C-001D8F29B931}" type="pres">
      <dgm:prSet presAssocID="{89F8C1BE-5AAF-4247-86E0-911AE1FAB257}" presName="horz1" presStyleCnt="0"/>
      <dgm:spPr/>
    </dgm:pt>
    <dgm:pt modelId="{E6C3E184-0A22-43C3-B3BE-3AB49721B6E7}" type="pres">
      <dgm:prSet presAssocID="{89F8C1BE-5AAF-4247-86E0-911AE1FAB257}" presName="tx1" presStyleLbl="revTx" presStyleIdx="5" presStyleCnt="8"/>
      <dgm:spPr/>
    </dgm:pt>
    <dgm:pt modelId="{DEA93E78-E188-4BED-84C9-E17A6BF9F2FB}" type="pres">
      <dgm:prSet presAssocID="{89F8C1BE-5AAF-4247-86E0-911AE1FAB257}" presName="vert1" presStyleCnt="0"/>
      <dgm:spPr/>
    </dgm:pt>
    <dgm:pt modelId="{57D9C473-C237-43F6-A271-9B61B93BE06E}" type="pres">
      <dgm:prSet presAssocID="{90FD8CF6-BC0E-4463-9C4F-92DE7C17C0BB}" presName="thickLine" presStyleLbl="alignNode1" presStyleIdx="6" presStyleCnt="8"/>
      <dgm:spPr/>
    </dgm:pt>
    <dgm:pt modelId="{5A306A80-ABB5-462F-A902-D08B6B7A0904}" type="pres">
      <dgm:prSet presAssocID="{90FD8CF6-BC0E-4463-9C4F-92DE7C17C0BB}" presName="horz1" presStyleCnt="0"/>
      <dgm:spPr/>
    </dgm:pt>
    <dgm:pt modelId="{0B3153E6-6289-442F-A495-57779268EE3E}" type="pres">
      <dgm:prSet presAssocID="{90FD8CF6-BC0E-4463-9C4F-92DE7C17C0BB}" presName="tx1" presStyleLbl="revTx" presStyleIdx="6" presStyleCnt="8"/>
      <dgm:spPr/>
    </dgm:pt>
    <dgm:pt modelId="{7910152F-E7D4-48AC-B219-9071D9E8D428}" type="pres">
      <dgm:prSet presAssocID="{90FD8CF6-BC0E-4463-9C4F-92DE7C17C0BB}" presName="vert1" presStyleCnt="0"/>
      <dgm:spPr/>
    </dgm:pt>
    <dgm:pt modelId="{F62F7C94-EC43-411C-B5BA-2DE8E484D0A4}" type="pres">
      <dgm:prSet presAssocID="{DD743B02-3CDA-4A7D-9458-6B4A94B79C73}" presName="thickLine" presStyleLbl="alignNode1" presStyleIdx="7" presStyleCnt="8"/>
      <dgm:spPr/>
    </dgm:pt>
    <dgm:pt modelId="{26706D4B-031D-4D38-BE2D-D222257FEECC}" type="pres">
      <dgm:prSet presAssocID="{DD743B02-3CDA-4A7D-9458-6B4A94B79C73}" presName="horz1" presStyleCnt="0"/>
      <dgm:spPr/>
    </dgm:pt>
    <dgm:pt modelId="{3F86DC56-ABEB-4E9F-8E40-63F93ADC2315}" type="pres">
      <dgm:prSet presAssocID="{DD743B02-3CDA-4A7D-9458-6B4A94B79C73}" presName="tx1" presStyleLbl="revTx" presStyleIdx="7" presStyleCnt="8"/>
      <dgm:spPr/>
    </dgm:pt>
    <dgm:pt modelId="{2D7F1964-2F7C-494A-8A02-3310003E2B32}" type="pres">
      <dgm:prSet presAssocID="{DD743B02-3CDA-4A7D-9458-6B4A94B79C73}" presName="vert1" presStyleCnt="0"/>
      <dgm:spPr/>
    </dgm:pt>
  </dgm:ptLst>
  <dgm:cxnLst>
    <dgm:cxn modelId="{0BFF310D-EBA0-4219-9FA7-FC9AC530A91B}" type="presOf" srcId="{89F8C1BE-5AAF-4247-86E0-911AE1FAB257}" destId="{E6C3E184-0A22-43C3-B3BE-3AB49721B6E7}" srcOrd="0" destOrd="0" presId="urn:microsoft.com/office/officeart/2008/layout/LinedList"/>
    <dgm:cxn modelId="{D4921A1A-6A5B-41CF-850C-458177FA1911}" type="presOf" srcId="{0091D7B3-1B81-45A9-AA2D-838991955394}" destId="{59B40A69-EADD-41EE-A760-D3185BF38496}" srcOrd="0" destOrd="0" presId="urn:microsoft.com/office/officeart/2008/layout/LinedList"/>
    <dgm:cxn modelId="{B4BB421A-DE11-45A8-858A-40F0B3143EB6}" srcId="{4C70817B-2255-46D6-A3C0-E7FEB48E4C2C}" destId="{CBDBBC94-7230-4CA7-B5BF-16588456A75C}" srcOrd="1" destOrd="0" parTransId="{1246794C-81B8-4FEA-9C58-7CFBEDCC62B4}" sibTransId="{E26A06FD-F4F6-4BB6-9B95-0DBA57214EE9}"/>
    <dgm:cxn modelId="{E0D43626-7EB1-4778-9AF8-5A35BE4130F3}" srcId="{4C70817B-2255-46D6-A3C0-E7FEB48E4C2C}" destId="{90FD8CF6-BC0E-4463-9C4F-92DE7C17C0BB}" srcOrd="6" destOrd="0" parTransId="{FA43A360-2F18-43F0-9395-23C4E747D763}" sibTransId="{FBD85509-4BE4-4962-8534-1C55F714859A}"/>
    <dgm:cxn modelId="{1CA59740-C37A-45BB-ABE3-9E2D3F82497C}" type="presOf" srcId="{90FD8CF6-BC0E-4463-9C4F-92DE7C17C0BB}" destId="{0B3153E6-6289-442F-A495-57779268EE3E}" srcOrd="0" destOrd="0" presId="urn:microsoft.com/office/officeart/2008/layout/LinedList"/>
    <dgm:cxn modelId="{9EB23C4A-8524-454F-9BE4-DFF93E1DF431}" type="presOf" srcId="{08942ABC-5B9D-4D8E-8B04-11FA938492AE}" destId="{AECB1E6B-5125-40FC-A230-A192DD0A3D60}" srcOrd="0" destOrd="0" presId="urn:microsoft.com/office/officeart/2008/layout/LinedList"/>
    <dgm:cxn modelId="{2E8A606C-ACBC-4B1C-8147-093AA421B446}" srcId="{4C70817B-2255-46D6-A3C0-E7FEB48E4C2C}" destId="{FEE041EB-D201-4DBD-A3B5-685A6F02FD4B}" srcOrd="3" destOrd="0" parTransId="{ECBE5545-AE88-4A44-88A4-D5FAE30DE36C}" sibTransId="{CA1BF704-4916-4F38-88A9-DD959C07F5C5}"/>
    <dgm:cxn modelId="{7670B173-FFD6-4343-BDEC-97BDA0488ABE}" type="presOf" srcId="{4C70817B-2255-46D6-A3C0-E7FEB48E4C2C}" destId="{8A20A8A1-A6E7-4D75-8A11-1F20220664A5}" srcOrd="0" destOrd="0" presId="urn:microsoft.com/office/officeart/2008/layout/LinedList"/>
    <dgm:cxn modelId="{EF98D754-001C-4343-8BA6-1E698A17C753}" srcId="{4C70817B-2255-46D6-A3C0-E7FEB48E4C2C}" destId="{450029E0-A0E3-4F5E-A054-E85F3E1C817D}" srcOrd="0" destOrd="0" parTransId="{8A189121-1F21-466B-9A69-E1F06555845A}" sibTransId="{810EE440-FF9D-4853-B0BC-79969C32AF78}"/>
    <dgm:cxn modelId="{C661CB59-E420-4874-A873-8787F2F08947}" type="presOf" srcId="{450029E0-A0E3-4F5E-A054-E85F3E1C817D}" destId="{C4BA3622-C45A-4A32-97EF-083825FBD6F4}" srcOrd="0" destOrd="0" presId="urn:microsoft.com/office/officeart/2008/layout/LinedList"/>
    <dgm:cxn modelId="{12C69585-EE09-45EE-944E-134CE567051A}" type="presOf" srcId="{CBDBBC94-7230-4CA7-B5BF-16588456A75C}" destId="{DBA88B2A-4496-4F04-84E1-789FE2B87BE9}" srcOrd="0" destOrd="0" presId="urn:microsoft.com/office/officeart/2008/layout/LinedList"/>
    <dgm:cxn modelId="{7C7BCD85-09C9-41F5-B125-D29C3538CEA0}" type="presOf" srcId="{FEE041EB-D201-4DBD-A3B5-685A6F02FD4B}" destId="{28F9DDDB-E69C-4F55-A112-17D90AB750D2}" srcOrd="0" destOrd="0" presId="urn:microsoft.com/office/officeart/2008/layout/LinedList"/>
    <dgm:cxn modelId="{DA745D93-A86F-4845-9964-FF08A3608C8B}" type="presOf" srcId="{DD743B02-3CDA-4A7D-9458-6B4A94B79C73}" destId="{3F86DC56-ABEB-4E9F-8E40-63F93ADC2315}" srcOrd="0" destOrd="0" presId="urn:microsoft.com/office/officeart/2008/layout/LinedList"/>
    <dgm:cxn modelId="{E57F16B7-0C87-4CC6-A0A1-8108673ECD58}" srcId="{4C70817B-2255-46D6-A3C0-E7FEB48E4C2C}" destId="{89F8C1BE-5AAF-4247-86E0-911AE1FAB257}" srcOrd="5" destOrd="0" parTransId="{9BDABC82-4E95-431D-ADC7-F00488F874E1}" sibTransId="{75A98582-D4DC-4EDD-A679-E0B3604C3EFD}"/>
    <dgm:cxn modelId="{E74E11BD-629E-4BF3-8448-0ECABE208D45}" srcId="{4C70817B-2255-46D6-A3C0-E7FEB48E4C2C}" destId="{0091D7B3-1B81-45A9-AA2D-838991955394}" srcOrd="2" destOrd="0" parTransId="{9BCC43F4-CB3C-4939-B132-76698A4CF331}" sibTransId="{B9124E5A-172F-431D-86E7-49C078E59F7C}"/>
    <dgm:cxn modelId="{943A98CA-21F6-4FA6-A306-C3C8813DADB6}" srcId="{4C70817B-2255-46D6-A3C0-E7FEB48E4C2C}" destId="{08942ABC-5B9D-4D8E-8B04-11FA938492AE}" srcOrd="4" destOrd="0" parTransId="{34887F4E-EF74-46E5-B9D8-574174CCB1FA}" sibTransId="{5C1D7DA3-E3E9-456F-AA5D-26BF0B5FEFEC}"/>
    <dgm:cxn modelId="{459510F6-C84E-4E45-96B2-051A634A4BF2}" srcId="{4C70817B-2255-46D6-A3C0-E7FEB48E4C2C}" destId="{DD743B02-3CDA-4A7D-9458-6B4A94B79C73}" srcOrd="7" destOrd="0" parTransId="{5ED9E36B-9B13-4862-A01F-22E27469CD5E}" sibTransId="{92F3AC3A-C5FF-4CD0-8DE6-59E76A2B7B50}"/>
    <dgm:cxn modelId="{34BBB61A-1050-46B4-A314-9D282C9C4849}" type="presParOf" srcId="{8A20A8A1-A6E7-4D75-8A11-1F20220664A5}" destId="{7A340CEF-73CC-4D99-957B-E2F0937DA67C}" srcOrd="0" destOrd="0" presId="urn:microsoft.com/office/officeart/2008/layout/LinedList"/>
    <dgm:cxn modelId="{9FA90AFB-5852-4A34-8B95-3B8EE96960EE}" type="presParOf" srcId="{8A20A8A1-A6E7-4D75-8A11-1F20220664A5}" destId="{E919882D-E524-4356-9972-30FC6506BD8E}" srcOrd="1" destOrd="0" presId="urn:microsoft.com/office/officeart/2008/layout/LinedList"/>
    <dgm:cxn modelId="{435A7939-13FB-4241-B927-4895CFA38EB7}" type="presParOf" srcId="{E919882D-E524-4356-9972-30FC6506BD8E}" destId="{C4BA3622-C45A-4A32-97EF-083825FBD6F4}" srcOrd="0" destOrd="0" presId="urn:microsoft.com/office/officeart/2008/layout/LinedList"/>
    <dgm:cxn modelId="{33C4E30C-3BCC-4170-80E0-ECB80E662E7E}" type="presParOf" srcId="{E919882D-E524-4356-9972-30FC6506BD8E}" destId="{AEBF6125-872D-4228-AF2E-74DAD5292B8C}" srcOrd="1" destOrd="0" presId="urn:microsoft.com/office/officeart/2008/layout/LinedList"/>
    <dgm:cxn modelId="{EB2BEB7E-889C-47C3-A971-E10526885584}" type="presParOf" srcId="{8A20A8A1-A6E7-4D75-8A11-1F20220664A5}" destId="{C141A2BD-2F59-4AB2-A6FF-ABE16EE976A5}" srcOrd="2" destOrd="0" presId="urn:microsoft.com/office/officeart/2008/layout/LinedList"/>
    <dgm:cxn modelId="{01CED1A6-73D6-4CDA-BF8B-454E7C22403C}" type="presParOf" srcId="{8A20A8A1-A6E7-4D75-8A11-1F20220664A5}" destId="{770974D8-A7A9-4565-87C8-71BD810F2F2E}" srcOrd="3" destOrd="0" presId="urn:microsoft.com/office/officeart/2008/layout/LinedList"/>
    <dgm:cxn modelId="{1B4FACAF-637F-470E-8093-EE8023FC0704}" type="presParOf" srcId="{770974D8-A7A9-4565-87C8-71BD810F2F2E}" destId="{DBA88B2A-4496-4F04-84E1-789FE2B87BE9}" srcOrd="0" destOrd="0" presId="urn:microsoft.com/office/officeart/2008/layout/LinedList"/>
    <dgm:cxn modelId="{8179853F-75DB-4769-B772-0E9E16A74886}" type="presParOf" srcId="{770974D8-A7A9-4565-87C8-71BD810F2F2E}" destId="{23FCFD23-9CFD-43B7-B8DD-C175D568660E}" srcOrd="1" destOrd="0" presId="urn:microsoft.com/office/officeart/2008/layout/LinedList"/>
    <dgm:cxn modelId="{264E8DA5-D802-4588-81AF-2CC36DD0AD0E}" type="presParOf" srcId="{8A20A8A1-A6E7-4D75-8A11-1F20220664A5}" destId="{5E4EDC58-0F60-444E-9EC7-EEE4A06A1F98}" srcOrd="4" destOrd="0" presId="urn:microsoft.com/office/officeart/2008/layout/LinedList"/>
    <dgm:cxn modelId="{2950EE3C-1083-4F13-89B8-9BBD3711129A}" type="presParOf" srcId="{8A20A8A1-A6E7-4D75-8A11-1F20220664A5}" destId="{0DB32BCB-6959-4ED1-90A2-4E323470016B}" srcOrd="5" destOrd="0" presId="urn:microsoft.com/office/officeart/2008/layout/LinedList"/>
    <dgm:cxn modelId="{5B652583-ED3E-4176-8BC3-653EF5269669}" type="presParOf" srcId="{0DB32BCB-6959-4ED1-90A2-4E323470016B}" destId="{59B40A69-EADD-41EE-A760-D3185BF38496}" srcOrd="0" destOrd="0" presId="urn:microsoft.com/office/officeart/2008/layout/LinedList"/>
    <dgm:cxn modelId="{DB76BDFF-B43E-4961-A2A1-133245FE0719}" type="presParOf" srcId="{0DB32BCB-6959-4ED1-90A2-4E323470016B}" destId="{A848549D-B692-431C-B229-81C1A55852CF}" srcOrd="1" destOrd="0" presId="urn:microsoft.com/office/officeart/2008/layout/LinedList"/>
    <dgm:cxn modelId="{4B991191-E593-4249-B4EF-DBD1D65CB6A3}" type="presParOf" srcId="{8A20A8A1-A6E7-4D75-8A11-1F20220664A5}" destId="{96BCA5C3-52F8-4BAC-AEFA-B502F0540207}" srcOrd="6" destOrd="0" presId="urn:microsoft.com/office/officeart/2008/layout/LinedList"/>
    <dgm:cxn modelId="{5D892E5B-B27C-47F3-AFA5-9A0C69AEDCF5}" type="presParOf" srcId="{8A20A8A1-A6E7-4D75-8A11-1F20220664A5}" destId="{95C33226-2930-44A4-88EC-0A7DD2F7ABC8}" srcOrd="7" destOrd="0" presId="urn:microsoft.com/office/officeart/2008/layout/LinedList"/>
    <dgm:cxn modelId="{DD1DCD40-5EF8-4FC5-AA7D-64C50606914E}" type="presParOf" srcId="{95C33226-2930-44A4-88EC-0A7DD2F7ABC8}" destId="{28F9DDDB-E69C-4F55-A112-17D90AB750D2}" srcOrd="0" destOrd="0" presId="urn:microsoft.com/office/officeart/2008/layout/LinedList"/>
    <dgm:cxn modelId="{E9F2542A-F6CA-4D84-AA30-DCCA9D11B5B9}" type="presParOf" srcId="{95C33226-2930-44A4-88EC-0A7DD2F7ABC8}" destId="{0AC2C5A9-3CE7-46F0-BC59-F3DFD82EFD19}" srcOrd="1" destOrd="0" presId="urn:microsoft.com/office/officeart/2008/layout/LinedList"/>
    <dgm:cxn modelId="{E08FF9E8-BFB9-4C2E-9671-0E95D1F43AAC}" type="presParOf" srcId="{8A20A8A1-A6E7-4D75-8A11-1F20220664A5}" destId="{53EB26EB-A726-4490-8871-7F7D1A198F37}" srcOrd="8" destOrd="0" presId="urn:microsoft.com/office/officeart/2008/layout/LinedList"/>
    <dgm:cxn modelId="{545E3EC7-A117-4E06-AB56-DE9F62077A8A}" type="presParOf" srcId="{8A20A8A1-A6E7-4D75-8A11-1F20220664A5}" destId="{D0BD0AC5-9FCF-4F7B-9397-BDEB75B4C772}" srcOrd="9" destOrd="0" presId="urn:microsoft.com/office/officeart/2008/layout/LinedList"/>
    <dgm:cxn modelId="{B6DBDF69-0597-4846-93AE-40BD5871F906}" type="presParOf" srcId="{D0BD0AC5-9FCF-4F7B-9397-BDEB75B4C772}" destId="{AECB1E6B-5125-40FC-A230-A192DD0A3D60}" srcOrd="0" destOrd="0" presId="urn:microsoft.com/office/officeart/2008/layout/LinedList"/>
    <dgm:cxn modelId="{FBE879AF-A88E-4639-91BA-7DD55FD142E2}" type="presParOf" srcId="{D0BD0AC5-9FCF-4F7B-9397-BDEB75B4C772}" destId="{6FBCF22A-AC9F-40E2-85AE-839C96F9BC25}" srcOrd="1" destOrd="0" presId="urn:microsoft.com/office/officeart/2008/layout/LinedList"/>
    <dgm:cxn modelId="{8DAD264B-BD64-41F9-8B74-17D15C9B457C}" type="presParOf" srcId="{8A20A8A1-A6E7-4D75-8A11-1F20220664A5}" destId="{FB8E4F38-F9B8-4BA1-B059-7715D8F41BA3}" srcOrd="10" destOrd="0" presId="urn:microsoft.com/office/officeart/2008/layout/LinedList"/>
    <dgm:cxn modelId="{35BA5DF6-34AE-4E44-9404-D8851188648A}" type="presParOf" srcId="{8A20A8A1-A6E7-4D75-8A11-1F20220664A5}" destId="{F697F8B1-7864-43B2-965C-001D8F29B931}" srcOrd="11" destOrd="0" presId="urn:microsoft.com/office/officeart/2008/layout/LinedList"/>
    <dgm:cxn modelId="{A1C052D3-5ED0-4C38-B1E2-799CD8B12AED}" type="presParOf" srcId="{F697F8B1-7864-43B2-965C-001D8F29B931}" destId="{E6C3E184-0A22-43C3-B3BE-3AB49721B6E7}" srcOrd="0" destOrd="0" presId="urn:microsoft.com/office/officeart/2008/layout/LinedList"/>
    <dgm:cxn modelId="{3204F2E3-1DD7-4BC5-8FD8-1798CE2BEAD4}" type="presParOf" srcId="{F697F8B1-7864-43B2-965C-001D8F29B931}" destId="{DEA93E78-E188-4BED-84C9-E17A6BF9F2FB}" srcOrd="1" destOrd="0" presId="urn:microsoft.com/office/officeart/2008/layout/LinedList"/>
    <dgm:cxn modelId="{5D04560E-621B-4E7C-9FA4-9695200A9280}" type="presParOf" srcId="{8A20A8A1-A6E7-4D75-8A11-1F20220664A5}" destId="{57D9C473-C237-43F6-A271-9B61B93BE06E}" srcOrd="12" destOrd="0" presId="urn:microsoft.com/office/officeart/2008/layout/LinedList"/>
    <dgm:cxn modelId="{F90116A3-F480-4C7F-826F-F7B7F086DD2B}" type="presParOf" srcId="{8A20A8A1-A6E7-4D75-8A11-1F20220664A5}" destId="{5A306A80-ABB5-462F-A902-D08B6B7A0904}" srcOrd="13" destOrd="0" presId="urn:microsoft.com/office/officeart/2008/layout/LinedList"/>
    <dgm:cxn modelId="{89746C90-0DD0-4E3C-81D5-EEE3E7980CF0}" type="presParOf" srcId="{5A306A80-ABB5-462F-A902-D08B6B7A0904}" destId="{0B3153E6-6289-442F-A495-57779268EE3E}" srcOrd="0" destOrd="0" presId="urn:microsoft.com/office/officeart/2008/layout/LinedList"/>
    <dgm:cxn modelId="{D2A185BB-14F8-47F8-A41F-6876BAC67452}" type="presParOf" srcId="{5A306A80-ABB5-462F-A902-D08B6B7A0904}" destId="{7910152F-E7D4-48AC-B219-9071D9E8D428}" srcOrd="1" destOrd="0" presId="urn:microsoft.com/office/officeart/2008/layout/LinedList"/>
    <dgm:cxn modelId="{CBA170BF-4B1C-4394-9F5F-5E82D95AF0AA}" type="presParOf" srcId="{8A20A8A1-A6E7-4D75-8A11-1F20220664A5}" destId="{F62F7C94-EC43-411C-B5BA-2DE8E484D0A4}" srcOrd="14" destOrd="0" presId="urn:microsoft.com/office/officeart/2008/layout/LinedList"/>
    <dgm:cxn modelId="{AC795601-8F32-45B5-B6D4-BB6224B86B05}" type="presParOf" srcId="{8A20A8A1-A6E7-4D75-8A11-1F20220664A5}" destId="{26706D4B-031D-4D38-BE2D-D222257FEECC}" srcOrd="15" destOrd="0" presId="urn:microsoft.com/office/officeart/2008/layout/LinedList"/>
    <dgm:cxn modelId="{5C83CAA3-6FE1-4783-B6BE-65F8F3A3CFB8}" type="presParOf" srcId="{26706D4B-031D-4D38-BE2D-D222257FEECC}" destId="{3F86DC56-ABEB-4E9F-8E40-63F93ADC2315}" srcOrd="0" destOrd="0" presId="urn:microsoft.com/office/officeart/2008/layout/LinedList"/>
    <dgm:cxn modelId="{9434644C-EC83-43E9-9379-8B7D73D1E673}" type="presParOf" srcId="{26706D4B-031D-4D38-BE2D-D222257FEECC}" destId="{2D7F1964-2F7C-494A-8A02-3310003E2B32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3983CE6-B1E9-49B8-94D8-E56BB5644975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37607812-0775-4CE9-BA05-805A6010336A}">
      <dgm:prSet/>
      <dgm:spPr/>
      <dgm:t>
        <a:bodyPr/>
        <a:lstStyle/>
        <a:p>
          <a:r>
            <a:rPr lang="en-US" b="1"/>
            <a:t>Primary Finding:</a:t>
          </a:r>
          <a:r>
            <a:rPr lang="en-US"/>
            <a:t> Flood zone homes are profitable despite equal claim rates because they pay 32% higher premiums</a:t>
          </a:r>
        </a:p>
      </dgm:t>
    </dgm:pt>
    <dgm:pt modelId="{339E3DE0-C085-45E0-9C12-319531D6EEBC}" type="parTrans" cxnId="{7B64852D-F9E9-4E22-A4CA-2C83FA66A391}">
      <dgm:prSet/>
      <dgm:spPr/>
      <dgm:t>
        <a:bodyPr/>
        <a:lstStyle/>
        <a:p>
          <a:endParaRPr lang="en-US"/>
        </a:p>
      </dgm:t>
    </dgm:pt>
    <dgm:pt modelId="{73A764D6-99D2-4C35-A147-DD48F6F0C30C}" type="sibTrans" cxnId="{7B64852D-F9E9-4E22-A4CA-2C83FA66A391}">
      <dgm:prSet/>
      <dgm:spPr/>
      <dgm:t>
        <a:bodyPr/>
        <a:lstStyle/>
        <a:p>
          <a:endParaRPr lang="en-US"/>
        </a:p>
      </dgm:t>
    </dgm:pt>
    <dgm:pt modelId="{9DD03192-1A38-4AF7-BE54-B51042123213}">
      <dgm:prSet/>
      <dgm:spPr/>
      <dgm:t>
        <a:bodyPr/>
        <a:lstStyle/>
        <a:p>
          <a:r>
            <a:rPr lang="en-US" b="1"/>
            <a:t>Recommendation:</a:t>
          </a:r>
          <a:r>
            <a:rPr lang="en-US"/>
            <a:t> Maintain flood zone pricing, adjust pricing by risk score, and investigate non-flood segment losses</a:t>
          </a:r>
        </a:p>
      </dgm:t>
    </dgm:pt>
    <dgm:pt modelId="{FFECDD1F-F873-4607-B99D-2ACC10940917}" type="parTrans" cxnId="{A30E8AEA-2023-49A3-AF83-399CA97C3024}">
      <dgm:prSet/>
      <dgm:spPr/>
      <dgm:t>
        <a:bodyPr/>
        <a:lstStyle/>
        <a:p>
          <a:endParaRPr lang="en-US"/>
        </a:p>
      </dgm:t>
    </dgm:pt>
    <dgm:pt modelId="{BF601ACC-C410-4D39-A77C-D5759151598E}" type="sibTrans" cxnId="{A30E8AEA-2023-49A3-AF83-399CA97C3024}">
      <dgm:prSet/>
      <dgm:spPr/>
      <dgm:t>
        <a:bodyPr/>
        <a:lstStyle/>
        <a:p>
          <a:endParaRPr lang="en-US"/>
        </a:p>
      </dgm:t>
    </dgm:pt>
    <dgm:pt modelId="{DC5736DE-43AE-4256-B4F0-F4DA3244E37E}">
      <dgm:prSet/>
      <dgm:spPr/>
      <dgm:t>
        <a:bodyPr/>
        <a:lstStyle/>
        <a:p>
          <a:r>
            <a:rPr lang="en-US" b="1"/>
            <a:t>Expected Outcome:</a:t>
          </a:r>
          <a:r>
            <a:rPr lang="en-US"/>
            <a:t> 74% reduction in portfolio losses within 12 months</a:t>
          </a:r>
        </a:p>
      </dgm:t>
    </dgm:pt>
    <dgm:pt modelId="{E1126D4C-C3F1-41F2-875E-C248A6FADE5B}" type="parTrans" cxnId="{7E63E086-51BA-4D55-A4F3-0B2DF7663F7D}">
      <dgm:prSet/>
      <dgm:spPr/>
      <dgm:t>
        <a:bodyPr/>
        <a:lstStyle/>
        <a:p>
          <a:endParaRPr lang="en-US"/>
        </a:p>
      </dgm:t>
    </dgm:pt>
    <dgm:pt modelId="{0A43362C-60D9-4DA3-8BF3-7A175A710074}" type="sibTrans" cxnId="{7E63E086-51BA-4D55-A4F3-0B2DF7663F7D}">
      <dgm:prSet/>
      <dgm:spPr/>
      <dgm:t>
        <a:bodyPr/>
        <a:lstStyle/>
        <a:p>
          <a:endParaRPr lang="en-US"/>
        </a:p>
      </dgm:t>
    </dgm:pt>
    <dgm:pt modelId="{CEDAD963-6429-49FB-B970-3C9F6EE87C7D}">
      <dgm:prSet/>
      <dgm:spPr/>
      <dgm:t>
        <a:bodyPr/>
        <a:lstStyle/>
        <a:p>
          <a:r>
            <a:rPr lang="en-US" b="1"/>
            <a:t>Data-Driven Decision Making:</a:t>
          </a:r>
          <a:r>
            <a:rPr lang="en-US"/>
            <a:t> This analysis demonstrates the value of using statistical methods to identify profitable and unprofitable segments</a:t>
          </a:r>
        </a:p>
      </dgm:t>
    </dgm:pt>
    <dgm:pt modelId="{4BEF1C43-F1DE-4155-A1D8-A0E99B745453}" type="parTrans" cxnId="{F32D9E0A-6DD3-4265-A04B-F3248FE7D847}">
      <dgm:prSet/>
      <dgm:spPr/>
      <dgm:t>
        <a:bodyPr/>
        <a:lstStyle/>
        <a:p>
          <a:endParaRPr lang="en-US"/>
        </a:p>
      </dgm:t>
    </dgm:pt>
    <dgm:pt modelId="{944E5E42-5C31-451F-BC47-9D7E7F4455DC}" type="sibTrans" cxnId="{F32D9E0A-6DD3-4265-A04B-F3248FE7D847}">
      <dgm:prSet/>
      <dgm:spPr/>
      <dgm:t>
        <a:bodyPr/>
        <a:lstStyle/>
        <a:p>
          <a:endParaRPr lang="en-US"/>
        </a:p>
      </dgm:t>
    </dgm:pt>
    <dgm:pt modelId="{57775582-9E5D-4EAD-9B41-05785F2ABA16}" type="pres">
      <dgm:prSet presAssocID="{33983CE6-B1E9-49B8-94D8-E56BB5644975}" presName="root" presStyleCnt="0">
        <dgm:presLayoutVars>
          <dgm:dir/>
          <dgm:resizeHandles val="exact"/>
        </dgm:presLayoutVars>
      </dgm:prSet>
      <dgm:spPr/>
    </dgm:pt>
    <dgm:pt modelId="{959EF942-45BC-494A-8FE0-D14A15A2766B}" type="pres">
      <dgm:prSet presAssocID="{37607812-0775-4CE9-BA05-805A6010336A}" presName="compNode" presStyleCnt="0"/>
      <dgm:spPr/>
    </dgm:pt>
    <dgm:pt modelId="{1F82D032-FE76-4091-8279-38089E862268}" type="pres">
      <dgm:prSet presAssocID="{37607812-0775-4CE9-BA05-805A6010336A}" presName="bgRect" presStyleLbl="bgShp" presStyleIdx="0" presStyleCnt="4"/>
      <dgm:spPr/>
    </dgm:pt>
    <dgm:pt modelId="{8486F9FC-C047-4FE7-AC62-F60782638D85}" type="pres">
      <dgm:prSet presAssocID="{37607812-0775-4CE9-BA05-805A6010336A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ouse"/>
        </a:ext>
      </dgm:extLst>
    </dgm:pt>
    <dgm:pt modelId="{458BFB34-35A0-4C94-972A-2F327D7BDD78}" type="pres">
      <dgm:prSet presAssocID="{37607812-0775-4CE9-BA05-805A6010336A}" presName="spaceRect" presStyleCnt="0"/>
      <dgm:spPr/>
    </dgm:pt>
    <dgm:pt modelId="{E864CCC9-2ACD-45FC-8F90-C7AC399E40FE}" type="pres">
      <dgm:prSet presAssocID="{37607812-0775-4CE9-BA05-805A6010336A}" presName="parTx" presStyleLbl="revTx" presStyleIdx="0" presStyleCnt="4">
        <dgm:presLayoutVars>
          <dgm:chMax val="0"/>
          <dgm:chPref val="0"/>
        </dgm:presLayoutVars>
      </dgm:prSet>
      <dgm:spPr/>
    </dgm:pt>
    <dgm:pt modelId="{EA8DF2E7-56DC-42D0-AB10-83E919BF92EF}" type="pres">
      <dgm:prSet presAssocID="{73A764D6-99D2-4C35-A147-DD48F6F0C30C}" presName="sibTrans" presStyleCnt="0"/>
      <dgm:spPr/>
    </dgm:pt>
    <dgm:pt modelId="{151AEF14-9082-4B32-8BBB-1C7BCECCDA8B}" type="pres">
      <dgm:prSet presAssocID="{9DD03192-1A38-4AF7-BE54-B51042123213}" presName="compNode" presStyleCnt="0"/>
      <dgm:spPr/>
    </dgm:pt>
    <dgm:pt modelId="{9730C5DF-8591-420B-AA66-D61EC120E4FB}" type="pres">
      <dgm:prSet presAssocID="{9DD03192-1A38-4AF7-BE54-B51042123213}" presName="bgRect" presStyleLbl="bgShp" presStyleIdx="1" presStyleCnt="4"/>
      <dgm:spPr/>
    </dgm:pt>
    <dgm:pt modelId="{1F6DF6BD-9948-4E5F-8CD9-E862F1DA3CC5}" type="pres">
      <dgm:prSet presAssocID="{9DD03192-1A38-4AF7-BE54-B51042123213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ain"/>
        </a:ext>
      </dgm:extLst>
    </dgm:pt>
    <dgm:pt modelId="{8991F23C-573B-4092-8D8E-4D7477F2C441}" type="pres">
      <dgm:prSet presAssocID="{9DD03192-1A38-4AF7-BE54-B51042123213}" presName="spaceRect" presStyleCnt="0"/>
      <dgm:spPr/>
    </dgm:pt>
    <dgm:pt modelId="{B7667599-469C-4121-8EF9-7CF797D3A7FE}" type="pres">
      <dgm:prSet presAssocID="{9DD03192-1A38-4AF7-BE54-B51042123213}" presName="parTx" presStyleLbl="revTx" presStyleIdx="1" presStyleCnt="4">
        <dgm:presLayoutVars>
          <dgm:chMax val="0"/>
          <dgm:chPref val="0"/>
        </dgm:presLayoutVars>
      </dgm:prSet>
      <dgm:spPr/>
    </dgm:pt>
    <dgm:pt modelId="{15B07EEC-B213-4DA8-9B97-DDA8186F1D61}" type="pres">
      <dgm:prSet presAssocID="{BF601ACC-C410-4D39-A77C-D5759151598E}" presName="sibTrans" presStyleCnt="0"/>
      <dgm:spPr/>
    </dgm:pt>
    <dgm:pt modelId="{096B3CAB-FD6C-4DA0-A093-91F0C6E948FD}" type="pres">
      <dgm:prSet presAssocID="{DC5736DE-43AE-4256-B4F0-F4DA3244E37E}" presName="compNode" presStyleCnt="0"/>
      <dgm:spPr/>
    </dgm:pt>
    <dgm:pt modelId="{AB28AF62-643D-4AD3-8067-51E2A57E8B89}" type="pres">
      <dgm:prSet presAssocID="{DC5736DE-43AE-4256-B4F0-F4DA3244E37E}" presName="bgRect" presStyleLbl="bgShp" presStyleIdx="2" presStyleCnt="4"/>
      <dgm:spPr/>
    </dgm:pt>
    <dgm:pt modelId="{E2E3A962-13B8-4763-AA37-A788CE7AD331}" type="pres">
      <dgm:prSet presAssocID="{DC5736DE-43AE-4256-B4F0-F4DA3244E37E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ck"/>
        </a:ext>
      </dgm:extLst>
    </dgm:pt>
    <dgm:pt modelId="{FE532025-14FC-42FB-B663-03BB6662B6A0}" type="pres">
      <dgm:prSet presAssocID="{DC5736DE-43AE-4256-B4F0-F4DA3244E37E}" presName="spaceRect" presStyleCnt="0"/>
      <dgm:spPr/>
    </dgm:pt>
    <dgm:pt modelId="{E9F39D24-30F9-4397-B48C-37600FFB2418}" type="pres">
      <dgm:prSet presAssocID="{DC5736DE-43AE-4256-B4F0-F4DA3244E37E}" presName="parTx" presStyleLbl="revTx" presStyleIdx="2" presStyleCnt="4">
        <dgm:presLayoutVars>
          <dgm:chMax val="0"/>
          <dgm:chPref val="0"/>
        </dgm:presLayoutVars>
      </dgm:prSet>
      <dgm:spPr/>
    </dgm:pt>
    <dgm:pt modelId="{6E17D854-F5E8-4DA7-9301-E6ED53C20F5C}" type="pres">
      <dgm:prSet presAssocID="{0A43362C-60D9-4DA3-8BF3-7A175A710074}" presName="sibTrans" presStyleCnt="0"/>
      <dgm:spPr/>
    </dgm:pt>
    <dgm:pt modelId="{CE708D2C-42C3-4AFD-BE38-677590AC6EE4}" type="pres">
      <dgm:prSet presAssocID="{CEDAD963-6429-49FB-B970-3C9F6EE87C7D}" presName="compNode" presStyleCnt="0"/>
      <dgm:spPr/>
    </dgm:pt>
    <dgm:pt modelId="{24F1E114-47B2-4B76-8F5B-0D00E2CD5311}" type="pres">
      <dgm:prSet presAssocID="{CEDAD963-6429-49FB-B970-3C9F6EE87C7D}" presName="bgRect" presStyleLbl="bgShp" presStyleIdx="3" presStyleCnt="4"/>
      <dgm:spPr/>
    </dgm:pt>
    <dgm:pt modelId="{06021C21-835B-47DD-A121-DCD0A6A9E2A9}" type="pres">
      <dgm:prSet presAssocID="{CEDAD963-6429-49FB-B970-3C9F6EE87C7D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atistics"/>
        </a:ext>
      </dgm:extLst>
    </dgm:pt>
    <dgm:pt modelId="{B77B470D-914D-46FD-B5C6-7B91759FE00A}" type="pres">
      <dgm:prSet presAssocID="{CEDAD963-6429-49FB-B970-3C9F6EE87C7D}" presName="spaceRect" presStyleCnt="0"/>
      <dgm:spPr/>
    </dgm:pt>
    <dgm:pt modelId="{8F53471B-22D0-4A1D-852D-B2DDA2B60DDE}" type="pres">
      <dgm:prSet presAssocID="{CEDAD963-6429-49FB-B970-3C9F6EE87C7D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F32D9E0A-6DD3-4265-A04B-F3248FE7D847}" srcId="{33983CE6-B1E9-49B8-94D8-E56BB5644975}" destId="{CEDAD963-6429-49FB-B970-3C9F6EE87C7D}" srcOrd="3" destOrd="0" parTransId="{4BEF1C43-F1DE-4155-A1D8-A0E99B745453}" sibTransId="{944E5E42-5C31-451F-BC47-9D7E7F4455DC}"/>
    <dgm:cxn modelId="{7AA37011-34EE-435E-B9CC-8B5A511C4ACF}" type="presOf" srcId="{37607812-0775-4CE9-BA05-805A6010336A}" destId="{E864CCC9-2ACD-45FC-8F90-C7AC399E40FE}" srcOrd="0" destOrd="0" presId="urn:microsoft.com/office/officeart/2018/2/layout/IconVerticalSolidList"/>
    <dgm:cxn modelId="{7B64852D-F9E9-4E22-A4CA-2C83FA66A391}" srcId="{33983CE6-B1E9-49B8-94D8-E56BB5644975}" destId="{37607812-0775-4CE9-BA05-805A6010336A}" srcOrd="0" destOrd="0" parTransId="{339E3DE0-C085-45E0-9C12-319531D6EEBC}" sibTransId="{73A764D6-99D2-4C35-A147-DD48F6F0C30C}"/>
    <dgm:cxn modelId="{7E63E086-51BA-4D55-A4F3-0B2DF7663F7D}" srcId="{33983CE6-B1E9-49B8-94D8-E56BB5644975}" destId="{DC5736DE-43AE-4256-B4F0-F4DA3244E37E}" srcOrd="2" destOrd="0" parTransId="{E1126D4C-C3F1-41F2-875E-C248A6FADE5B}" sibTransId="{0A43362C-60D9-4DA3-8BF3-7A175A710074}"/>
    <dgm:cxn modelId="{003A34D7-E607-473C-B32E-0FA06EFBC11F}" type="presOf" srcId="{CEDAD963-6429-49FB-B970-3C9F6EE87C7D}" destId="{8F53471B-22D0-4A1D-852D-B2DDA2B60DDE}" srcOrd="0" destOrd="0" presId="urn:microsoft.com/office/officeart/2018/2/layout/IconVerticalSolidList"/>
    <dgm:cxn modelId="{D0FB9DD7-DD2B-40AE-B4F9-17C2F6EA850B}" type="presOf" srcId="{33983CE6-B1E9-49B8-94D8-E56BB5644975}" destId="{57775582-9E5D-4EAD-9B41-05785F2ABA16}" srcOrd="0" destOrd="0" presId="urn:microsoft.com/office/officeart/2018/2/layout/IconVerticalSolidList"/>
    <dgm:cxn modelId="{A30E8AEA-2023-49A3-AF83-399CA97C3024}" srcId="{33983CE6-B1E9-49B8-94D8-E56BB5644975}" destId="{9DD03192-1A38-4AF7-BE54-B51042123213}" srcOrd="1" destOrd="0" parTransId="{FFECDD1F-F873-4607-B99D-2ACC10940917}" sibTransId="{BF601ACC-C410-4D39-A77C-D5759151598E}"/>
    <dgm:cxn modelId="{130BA3FD-68F3-43D1-9109-241CA1232CC6}" type="presOf" srcId="{9DD03192-1A38-4AF7-BE54-B51042123213}" destId="{B7667599-469C-4121-8EF9-7CF797D3A7FE}" srcOrd="0" destOrd="0" presId="urn:microsoft.com/office/officeart/2018/2/layout/IconVerticalSolidList"/>
    <dgm:cxn modelId="{FF6910FF-C5B0-4A40-8FDB-B76208F5C78F}" type="presOf" srcId="{DC5736DE-43AE-4256-B4F0-F4DA3244E37E}" destId="{E9F39D24-30F9-4397-B48C-37600FFB2418}" srcOrd="0" destOrd="0" presId="urn:microsoft.com/office/officeart/2018/2/layout/IconVerticalSolidList"/>
    <dgm:cxn modelId="{8824692A-16AA-4462-BB2C-9DB7E010BA57}" type="presParOf" srcId="{57775582-9E5D-4EAD-9B41-05785F2ABA16}" destId="{959EF942-45BC-494A-8FE0-D14A15A2766B}" srcOrd="0" destOrd="0" presId="urn:microsoft.com/office/officeart/2018/2/layout/IconVerticalSolidList"/>
    <dgm:cxn modelId="{F30E7E10-49D5-493A-8777-511C3D580AE3}" type="presParOf" srcId="{959EF942-45BC-494A-8FE0-D14A15A2766B}" destId="{1F82D032-FE76-4091-8279-38089E862268}" srcOrd="0" destOrd="0" presId="urn:microsoft.com/office/officeart/2018/2/layout/IconVerticalSolidList"/>
    <dgm:cxn modelId="{78638641-E3EC-41E3-9BD3-B7F233376E14}" type="presParOf" srcId="{959EF942-45BC-494A-8FE0-D14A15A2766B}" destId="{8486F9FC-C047-4FE7-AC62-F60782638D85}" srcOrd="1" destOrd="0" presId="urn:microsoft.com/office/officeart/2018/2/layout/IconVerticalSolidList"/>
    <dgm:cxn modelId="{9A62C260-0A8F-488D-A99C-EA0598C8C98A}" type="presParOf" srcId="{959EF942-45BC-494A-8FE0-D14A15A2766B}" destId="{458BFB34-35A0-4C94-972A-2F327D7BDD78}" srcOrd="2" destOrd="0" presId="urn:microsoft.com/office/officeart/2018/2/layout/IconVerticalSolidList"/>
    <dgm:cxn modelId="{BFE44957-FB83-4957-9BF4-050840D52B3F}" type="presParOf" srcId="{959EF942-45BC-494A-8FE0-D14A15A2766B}" destId="{E864CCC9-2ACD-45FC-8F90-C7AC399E40FE}" srcOrd="3" destOrd="0" presId="urn:microsoft.com/office/officeart/2018/2/layout/IconVerticalSolidList"/>
    <dgm:cxn modelId="{777F17E9-7C38-4753-961F-681A088421FC}" type="presParOf" srcId="{57775582-9E5D-4EAD-9B41-05785F2ABA16}" destId="{EA8DF2E7-56DC-42D0-AB10-83E919BF92EF}" srcOrd="1" destOrd="0" presId="urn:microsoft.com/office/officeart/2018/2/layout/IconVerticalSolidList"/>
    <dgm:cxn modelId="{6BBD14BF-EF90-4777-A17B-9E5B44539BF7}" type="presParOf" srcId="{57775582-9E5D-4EAD-9B41-05785F2ABA16}" destId="{151AEF14-9082-4B32-8BBB-1C7BCECCDA8B}" srcOrd="2" destOrd="0" presId="urn:microsoft.com/office/officeart/2018/2/layout/IconVerticalSolidList"/>
    <dgm:cxn modelId="{D0896CD5-86ED-40EA-937B-5CD28E38C1D1}" type="presParOf" srcId="{151AEF14-9082-4B32-8BBB-1C7BCECCDA8B}" destId="{9730C5DF-8591-420B-AA66-D61EC120E4FB}" srcOrd="0" destOrd="0" presId="urn:microsoft.com/office/officeart/2018/2/layout/IconVerticalSolidList"/>
    <dgm:cxn modelId="{A995A537-84A4-417B-AFDC-EBD48C436B9A}" type="presParOf" srcId="{151AEF14-9082-4B32-8BBB-1C7BCECCDA8B}" destId="{1F6DF6BD-9948-4E5F-8CD9-E862F1DA3CC5}" srcOrd="1" destOrd="0" presId="urn:microsoft.com/office/officeart/2018/2/layout/IconVerticalSolidList"/>
    <dgm:cxn modelId="{0EB82E43-836A-48E3-9C84-542F59B843EE}" type="presParOf" srcId="{151AEF14-9082-4B32-8BBB-1C7BCECCDA8B}" destId="{8991F23C-573B-4092-8D8E-4D7477F2C441}" srcOrd="2" destOrd="0" presId="urn:microsoft.com/office/officeart/2018/2/layout/IconVerticalSolidList"/>
    <dgm:cxn modelId="{F1D4CB51-A514-4275-A78F-E34844DBCAC3}" type="presParOf" srcId="{151AEF14-9082-4B32-8BBB-1C7BCECCDA8B}" destId="{B7667599-469C-4121-8EF9-7CF797D3A7FE}" srcOrd="3" destOrd="0" presId="urn:microsoft.com/office/officeart/2018/2/layout/IconVerticalSolidList"/>
    <dgm:cxn modelId="{1848615A-4236-41E5-9CE7-24278518CE8B}" type="presParOf" srcId="{57775582-9E5D-4EAD-9B41-05785F2ABA16}" destId="{15B07EEC-B213-4DA8-9B97-DDA8186F1D61}" srcOrd="3" destOrd="0" presId="urn:microsoft.com/office/officeart/2018/2/layout/IconVerticalSolidList"/>
    <dgm:cxn modelId="{BD87DDE6-776C-4595-8BA4-C75AB131FA44}" type="presParOf" srcId="{57775582-9E5D-4EAD-9B41-05785F2ABA16}" destId="{096B3CAB-FD6C-4DA0-A093-91F0C6E948FD}" srcOrd="4" destOrd="0" presId="urn:microsoft.com/office/officeart/2018/2/layout/IconVerticalSolidList"/>
    <dgm:cxn modelId="{0FB2BA5C-4979-4E9A-94F9-A80AA9C6971A}" type="presParOf" srcId="{096B3CAB-FD6C-4DA0-A093-91F0C6E948FD}" destId="{AB28AF62-643D-4AD3-8067-51E2A57E8B89}" srcOrd="0" destOrd="0" presId="urn:microsoft.com/office/officeart/2018/2/layout/IconVerticalSolidList"/>
    <dgm:cxn modelId="{8CC6149B-2849-4D6C-B3FC-42F616FDA7C8}" type="presParOf" srcId="{096B3CAB-FD6C-4DA0-A093-91F0C6E948FD}" destId="{E2E3A962-13B8-4763-AA37-A788CE7AD331}" srcOrd="1" destOrd="0" presId="urn:microsoft.com/office/officeart/2018/2/layout/IconVerticalSolidList"/>
    <dgm:cxn modelId="{5C781212-760D-4184-93A4-13FB0F930F88}" type="presParOf" srcId="{096B3CAB-FD6C-4DA0-A093-91F0C6E948FD}" destId="{FE532025-14FC-42FB-B663-03BB6662B6A0}" srcOrd="2" destOrd="0" presId="urn:microsoft.com/office/officeart/2018/2/layout/IconVerticalSolidList"/>
    <dgm:cxn modelId="{B60512A0-A33B-4AD4-AD1A-0F04B2AD69C4}" type="presParOf" srcId="{096B3CAB-FD6C-4DA0-A093-91F0C6E948FD}" destId="{E9F39D24-30F9-4397-B48C-37600FFB2418}" srcOrd="3" destOrd="0" presId="urn:microsoft.com/office/officeart/2018/2/layout/IconVerticalSolidList"/>
    <dgm:cxn modelId="{108269DE-FD83-445C-BCDD-7BB4C7AE0A10}" type="presParOf" srcId="{57775582-9E5D-4EAD-9B41-05785F2ABA16}" destId="{6E17D854-F5E8-4DA7-9301-E6ED53C20F5C}" srcOrd="5" destOrd="0" presId="urn:microsoft.com/office/officeart/2018/2/layout/IconVerticalSolidList"/>
    <dgm:cxn modelId="{008B1D6C-6B3B-4AD2-9899-A5CC39DD4F2B}" type="presParOf" srcId="{57775582-9E5D-4EAD-9B41-05785F2ABA16}" destId="{CE708D2C-42C3-4AFD-BE38-677590AC6EE4}" srcOrd="6" destOrd="0" presId="urn:microsoft.com/office/officeart/2018/2/layout/IconVerticalSolidList"/>
    <dgm:cxn modelId="{A0907E7F-A586-4AFE-B828-042F8DE72191}" type="presParOf" srcId="{CE708D2C-42C3-4AFD-BE38-677590AC6EE4}" destId="{24F1E114-47B2-4B76-8F5B-0D00E2CD5311}" srcOrd="0" destOrd="0" presId="urn:microsoft.com/office/officeart/2018/2/layout/IconVerticalSolidList"/>
    <dgm:cxn modelId="{D46638B7-B5B2-42BA-B309-E34AD8B45815}" type="presParOf" srcId="{CE708D2C-42C3-4AFD-BE38-677590AC6EE4}" destId="{06021C21-835B-47DD-A121-DCD0A6A9E2A9}" srcOrd="1" destOrd="0" presId="urn:microsoft.com/office/officeart/2018/2/layout/IconVerticalSolidList"/>
    <dgm:cxn modelId="{2A7FA5BE-E3E2-4C55-8D34-56833007E619}" type="presParOf" srcId="{CE708D2C-42C3-4AFD-BE38-677590AC6EE4}" destId="{B77B470D-914D-46FD-B5C6-7B91759FE00A}" srcOrd="2" destOrd="0" presId="urn:microsoft.com/office/officeart/2018/2/layout/IconVerticalSolidList"/>
    <dgm:cxn modelId="{0FF6F225-FF31-4683-88E4-2B0A44FB9C7F}" type="presParOf" srcId="{CE708D2C-42C3-4AFD-BE38-677590AC6EE4}" destId="{8F53471B-22D0-4A1D-852D-B2DDA2B60DDE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A340CEF-73CC-4D99-957B-E2F0937DA67C}">
      <dsp:nvSpPr>
        <dsp:cNvPr id="0" name=""/>
        <dsp:cNvSpPr/>
      </dsp:nvSpPr>
      <dsp:spPr>
        <a:xfrm>
          <a:off x="0" y="0"/>
          <a:ext cx="6675119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4BA3622-C45A-4A32-97EF-083825FBD6F4}">
      <dsp:nvSpPr>
        <dsp:cNvPr id="0" name=""/>
        <dsp:cNvSpPr/>
      </dsp:nvSpPr>
      <dsp:spPr>
        <a:xfrm>
          <a:off x="0" y="0"/>
          <a:ext cx="6675119" cy="6972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b="1" kern="1200"/>
            <a:t>Dataset:</a:t>
          </a:r>
          <a:r>
            <a:rPr lang="en-US" sz="2600" kern="1200"/>
            <a:t> 1,000 synthetic homeowner policies</a:t>
          </a:r>
        </a:p>
      </dsp:txBody>
      <dsp:txXfrm>
        <a:off x="0" y="0"/>
        <a:ext cx="6675119" cy="697230"/>
      </dsp:txXfrm>
    </dsp:sp>
    <dsp:sp modelId="{C141A2BD-2F59-4AB2-A6FF-ABE16EE976A5}">
      <dsp:nvSpPr>
        <dsp:cNvPr id="0" name=""/>
        <dsp:cNvSpPr/>
      </dsp:nvSpPr>
      <dsp:spPr>
        <a:xfrm>
          <a:off x="0" y="697230"/>
          <a:ext cx="6675119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BA88B2A-4496-4F04-84E1-789FE2B87BE9}">
      <dsp:nvSpPr>
        <dsp:cNvPr id="0" name=""/>
        <dsp:cNvSpPr/>
      </dsp:nvSpPr>
      <dsp:spPr>
        <a:xfrm>
          <a:off x="0" y="697230"/>
          <a:ext cx="6675119" cy="6972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b="1" kern="1200"/>
            <a:t>Time Period:</a:t>
          </a:r>
          <a:r>
            <a:rPr lang="en-US" sz="2600" kern="1200"/>
            <a:t> Single year of data</a:t>
          </a:r>
        </a:p>
      </dsp:txBody>
      <dsp:txXfrm>
        <a:off x="0" y="697230"/>
        <a:ext cx="6675119" cy="697230"/>
      </dsp:txXfrm>
    </dsp:sp>
    <dsp:sp modelId="{5E4EDC58-0F60-444E-9EC7-EEE4A06A1F98}">
      <dsp:nvSpPr>
        <dsp:cNvPr id="0" name=""/>
        <dsp:cNvSpPr/>
      </dsp:nvSpPr>
      <dsp:spPr>
        <a:xfrm>
          <a:off x="0" y="1394460"/>
          <a:ext cx="6675119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9B40A69-EADD-41EE-A760-D3185BF38496}">
      <dsp:nvSpPr>
        <dsp:cNvPr id="0" name=""/>
        <dsp:cNvSpPr/>
      </dsp:nvSpPr>
      <dsp:spPr>
        <a:xfrm>
          <a:off x="0" y="1394460"/>
          <a:ext cx="6675119" cy="6972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b="1" kern="1200"/>
            <a:t>Key Variables Analyzed:</a:t>
          </a:r>
          <a:endParaRPr lang="en-US" sz="2600" kern="1200"/>
        </a:p>
      </dsp:txBody>
      <dsp:txXfrm>
        <a:off x="0" y="1394460"/>
        <a:ext cx="6675119" cy="697230"/>
      </dsp:txXfrm>
    </dsp:sp>
    <dsp:sp modelId="{96BCA5C3-52F8-4BAC-AEFA-B502F0540207}">
      <dsp:nvSpPr>
        <dsp:cNvPr id="0" name=""/>
        <dsp:cNvSpPr/>
      </dsp:nvSpPr>
      <dsp:spPr>
        <a:xfrm>
          <a:off x="0" y="2091690"/>
          <a:ext cx="6675119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8F9DDDB-E69C-4F55-A112-17D90AB750D2}">
      <dsp:nvSpPr>
        <dsp:cNvPr id="0" name=""/>
        <dsp:cNvSpPr/>
      </dsp:nvSpPr>
      <dsp:spPr>
        <a:xfrm>
          <a:off x="0" y="2091690"/>
          <a:ext cx="6675119" cy="6972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Premiums collected</a:t>
          </a:r>
        </a:p>
      </dsp:txBody>
      <dsp:txXfrm>
        <a:off x="0" y="2091690"/>
        <a:ext cx="6675119" cy="697230"/>
      </dsp:txXfrm>
    </dsp:sp>
    <dsp:sp modelId="{53EB26EB-A726-4490-8871-7F7D1A198F37}">
      <dsp:nvSpPr>
        <dsp:cNvPr id="0" name=""/>
        <dsp:cNvSpPr/>
      </dsp:nvSpPr>
      <dsp:spPr>
        <a:xfrm>
          <a:off x="0" y="2788920"/>
          <a:ext cx="6675119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ECB1E6B-5125-40FC-A230-A192DD0A3D60}">
      <dsp:nvSpPr>
        <dsp:cNvPr id="0" name=""/>
        <dsp:cNvSpPr/>
      </dsp:nvSpPr>
      <dsp:spPr>
        <a:xfrm>
          <a:off x="0" y="2788920"/>
          <a:ext cx="6675119" cy="6972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Claim occurrence</a:t>
          </a:r>
        </a:p>
      </dsp:txBody>
      <dsp:txXfrm>
        <a:off x="0" y="2788920"/>
        <a:ext cx="6675119" cy="697230"/>
      </dsp:txXfrm>
    </dsp:sp>
    <dsp:sp modelId="{FB8E4F38-F9B8-4BA1-B059-7715D8F41BA3}">
      <dsp:nvSpPr>
        <dsp:cNvPr id="0" name=""/>
        <dsp:cNvSpPr/>
      </dsp:nvSpPr>
      <dsp:spPr>
        <a:xfrm>
          <a:off x="0" y="3486150"/>
          <a:ext cx="6675119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6C3E184-0A22-43C3-B3BE-3AB49721B6E7}">
      <dsp:nvSpPr>
        <dsp:cNvPr id="0" name=""/>
        <dsp:cNvSpPr/>
      </dsp:nvSpPr>
      <dsp:spPr>
        <a:xfrm>
          <a:off x="0" y="3486150"/>
          <a:ext cx="6675119" cy="6972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Flood zone status</a:t>
          </a:r>
        </a:p>
      </dsp:txBody>
      <dsp:txXfrm>
        <a:off x="0" y="3486150"/>
        <a:ext cx="6675119" cy="697230"/>
      </dsp:txXfrm>
    </dsp:sp>
    <dsp:sp modelId="{57D9C473-C237-43F6-A271-9B61B93BE06E}">
      <dsp:nvSpPr>
        <dsp:cNvPr id="0" name=""/>
        <dsp:cNvSpPr/>
      </dsp:nvSpPr>
      <dsp:spPr>
        <a:xfrm>
          <a:off x="0" y="4183380"/>
          <a:ext cx="6675119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B3153E6-6289-442F-A495-57779268EE3E}">
      <dsp:nvSpPr>
        <dsp:cNvPr id="0" name=""/>
        <dsp:cNvSpPr/>
      </dsp:nvSpPr>
      <dsp:spPr>
        <a:xfrm>
          <a:off x="0" y="4183380"/>
          <a:ext cx="6675119" cy="6972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Construction type</a:t>
          </a:r>
        </a:p>
      </dsp:txBody>
      <dsp:txXfrm>
        <a:off x="0" y="4183380"/>
        <a:ext cx="6675119" cy="697230"/>
      </dsp:txXfrm>
    </dsp:sp>
    <dsp:sp modelId="{F62F7C94-EC43-411C-B5BA-2DE8E484D0A4}">
      <dsp:nvSpPr>
        <dsp:cNvPr id="0" name=""/>
        <dsp:cNvSpPr/>
      </dsp:nvSpPr>
      <dsp:spPr>
        <a:xfrm>
          <a:off x="0" y="4880610"/>
          <a:ext cx="6675119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F86DC56-ABEB-4E9F-8E40-63F93ADC2315}">
      <dsp:nvSpPr>
        <dsp:cNvPr id="0" name=""/>
        <dsp:cNvSpPr/>
      </dsp:nvSpPr>
      <dsp:spPr>
        <a:xfrm>
          <a:off x="0" y="4880610"/>
          <a:ext cx="6675119" cy="6972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Risk scores</a:t>
          </a:r>
        </a:p>
      </dsp:txBody>
      <dsp:txXfrm>
        <a:off x="0" y="4880610"/>
        <a:ext cx="6675119" cy="69723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F82D032-FE76-4091-8279-38089E862268}">
      <dsp:nvSpPr>
        <dsp:cNvPr id="0" name=""/>
        <dsp:cNvSpPr/>
      </dsp:nvSpPr>
      <dsp:spPr>
        <a:xfrm>
          <a:off x="0" y="2056"/>
          <a:ext cx="10954511" cy="1042512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486F9FC-C047-4FE7-AC62-F60782638D85}">
      <dsp:nvSpPr>
        <dsp:cNvPr id="0" name=""/>
        <dsp:cNvSpPr/>
      </dsp:nvSpPr>
      <dsp:spPr>
        <a:xfrm>
          <a:off x="315359" y="236622"/>
          <a:ext cx="573381" cy="57338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864CCC9-2ACD-45FC-8F90-C7AC399E40FE}">
      <dsp:nvSpPr>
        <dsp:cNvPr id="0" name=""/>
        <dsp:cNvSpPr/>
      </dsp:nvSpPr>
      <dsp:spPr>
        <a:xfrm>
          <a:off x="1204101" y="2056"/>
          <a:ext cx="9750410" cy="10425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333" tIns="110333" rIns="110333" bIns="110333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/>
            <a:t>Primary Finding:</a:t>
          </a:r>
          <a:r>
            <a:rPr lang="en-US" sz="2200" kern="1200"/>
            <a:t> Flood zone homes are profitable despite equal claim rates because they pay 32% higher premiums</a:t>
          </a:r>
        </a:p>
      </dsp:txBody>
      <dsp:txXfrm>
        <a:off x="1204101" y="2056"/>
        <a:ext cx="9750410" cy="1042512"/>
      </dsp:txXfrm>
    </dsp:sp>
    <dsp:sp modelId="{9730C5DF-8591-420B-AA66-D61EC120E4FB}">
      <dsp:nvSpPr>
        <dsp:cNvPr id="0" name=""/>
        <dsp:cNvSpPr/>
      </dsp:nvSpPr>
      <dsp:spPr>
        <a:xfrm>
          <a:off x="0" y="1305197"/>
          <a:ext cx="10954511" cy="1042512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F6DF6BD-9948-4E5F-8CD9-E862F1DA3CC5}">
      <dsp:nvSpPr>
        <dsp:cNvPr id="0" name=""/>
        <dsp:cNvSpPr/>
      </dsp:nvSpPr>
      <dsp:spPr>
        <a:xfrm>
          <a:off x="315359" y="1539762"/>
          <a:ext cx="573381" cy="57338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7667599-469C-4121-8EF9-7CF797D3A7FE}">
      <dsp:nvSpPr>
        <dsp:cNvPr id="0" name=""/>
        <dsp:cNvSpPr/>
      </dsp:nvSpPr>
      <dsp:spPr>
        <a:xfrm>
          <a:off x="1204101" y="1305197"/>
          <a:ext cx="9750410" cy="10425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333" tIns="110333" rIns="110333" bIns="110333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/>
            <a:t>Recommendation:</a:t>
          </a:r>
          <a:r>
            <a:rPr lang="en-US" sz="2200" kern="1200"/>
            <a:t> Maintain flood zone pricing, adjust pricing by risk score, and investigate non-flood segment losses</a:t>
          </a:r>
        </a:p>
      </dsp:txBody>
      <dsp:txXfrm>
        <a:off x="1204101" y="1305197"/>
        <a:ext cx="9750410" cy="1042512"/>
      </dsp:txXfrm>
    </dsp:sp>
    <dsp:sp modelId="{AB28AF62-643D-4AD3-8067-51E2A57E8B89}">
      <dsp:nvSpPr>
        <dsp:cNvPr id="0" name=""/>
        <dsp:cNvSpPr/>
      </dsp:nvSpPr>
      <dsp:spPr>
        <a:xfrm>
          <a:off x="0" y="2608337"/>
          <a:ext cx="10954511" cy="1042512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2E3A962-13B8-4763-AA37-A788CE7AD331}">
      <dsp:nvSpPr>
        <dsp:cNvPr id="0" name=""/>
        <dsp:cNvSpPr/>
      </dsp:nvSpPr>
      <dsp:spPr>
        <a:xfrm>
          <a:off x="315359" y="2842902"/>
          <a:ext cx="573381" cy="57338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9F39D24-30F9-4397-B48C-37600FFB2418}">
      <dsp:nvSpPr>
        <dsp:cNvPr id="0" name=""/>
        <dsp:cNvSpPr/>
      </dsp:nvSpPr>
      <dsp:spPr>
        <a:xfrm>
          <a:off x="1204101" y="2608337"/>
          <a:ext cx="9750410" cy="10425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333" tIns="110333" rIns="110333" bIns="110333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/>
            <a:t>Expected Outcome:</a:t>
          </a:r>
          <a:r>
            <a:rPr lang="en-US" sz="2200" kern="1200"/>
            <a:t> 74% reduction in portfolio losses within 12 months</a:t>
          </a:r>
        </a:p>
      </dsp:txBody>
      <dsp:txXfrm>
        <a:off x="1204101" y="2608337"/>
        <a:ext cx="9750410" cy="1042512"/>
      </dsp:txXfrm>
    </dsp:sp>
    <dsp:sp modelId="{24F1E114-47B2-4B76-8F5B-0D00E2CD5311}">
      <dsp:nvSpPr>
        <dsp:cNvPr id="0" name=""/>
        <dsp:cNvSpPr/>
      </dsp:nvSpPr>
      <dsp:spPr>
        <a:xfrm>
          <a:off x="0" y="3911477"/>
          <a:ext cx="10954511" cy="1042512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6021C21-835B-47DD-A121-DCD0A6A9E2A9}">
      <dsp:nvSpPr>
        <dsp:cNvPr id="0" name=""/>
        <dsp:cNvSpPr/>
      </dsp:nvSpPr>
      <dsp:spPr>
        <a:xfrm>
          <a:off x="315359" y="4146043"/>
          <a:ext cx="573381" cy="57338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F53471B-22D0-4A1D-852D-B2DDA2B60DDE}">
      <dsp:nvSpPr>
        <dsp:cNvPr id="0" name=""/>
        <dsp:cNvSpPr/>
      </dsp:nvSpPr>
      <dsp:spPr>
        <a:xfrm>
          <a:off x="1204101" y="3911477"/>
          <a:ext cx="9750410" cy="10425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333" tIns="110333" rIns="110333" bIns="110333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/>
            <a:t>Data-Driven Decision Making:</a:t>
          </a:r>
          <a:r>
            <a:rPr lang="en-US" sz="2200" kern="1200"/>
            <a:t> This analysis demonstrates the value of using statistical methods to identify profitable and unprofitable segments</a:t>
          </a:r>
        </a:p>
      </dsp:txBody>
      <dsp:txXfrm>
        <a:off x="1204101" y="3911477"/>
        <a:ext cx="9750410" cy="104251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Photo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A9A80D3-2272-ED0F-EBF4-34428557569F}"/>
              </a:ext>
            </a:extLst>
          </p:cNvPr>
          <p:cNvSpPr/>
          <p:nvPr/>
        </p:nvSpPr>
        <p:spPr>
          <a:xfrm>
            <a:off x="-1" y="0"/>
            <a:ext cx="12192001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1F71E75-F7A2-7C1F-EF86-C5186E904883}"/>
              </a:ext>
            </a:extLst>
          </p:cNvPr>
          <p:cNvSpPr/>
          <p:nvPr/>
        </p:nvSpPr>
        <p:spPr>
          <a:xfrm>
            <a:off x="-4262" y="0"/>
            <a:ext cx="7547339" cy="6858002"/>
          </a:xfrm>
          <a:prstGeom prst="rect">
            <a:avLst/>
          </a:prstGeom>
          <a:gradFill>
            <a:gsLst>
              <a:gs pos="6000">
                <a:schemeClr val="accent5"/>
              </a:gs>
              <a:gs pos="100000">
                <a:schemeClr val="accent2"/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AB4E0A7-C9D3-8408-2EE0-E46AF38E815F}"/>
              </a:ext>
            </a:extLst>
          </p:cNvPr>
          <p:cNvSpPr/>
          <p:nvPr/>
        </p:nvSpPr>
        <p:spPr>
          <a:xfrm rot="10800000">
            <a:off x="-4285" y="-3"/>
            <a:ext cx="7547361" cy="6857999"/>
          </a:xfrm>
          <a:prstGeom prst="rect">
            <a:avLst/>
          </a:prstGeom>
          <a:gradFill>
            <a:gsLst>
              <a:gs pos="43000">
                <a:schemeClr val="accent2">
                  <a:alpha val="0"/>
                </a:schemeClr>
              </a:gs>
              <a:gs pos="100000">
                <a:schemeClr val="accent2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373CB42-010B-9ABE-75EF-F502B4A9F42C}"/>
              </a:ext>
            </a:extLst>
          </p:cNvPr>
          <p:cNvSpPr/>
          <p:nvPr/>
        </p:nvSpPr>
        <p:spPr>
          <a:xfrm rot="16200000">
            <a:off x="1156173" y="-1160457"/>
            <a:ext cx="5226425" cy="7547338"/>
          </a:xfrm>
          <a:prstGeom prst="rect">
            <a:avLst/>
          </a:prstGeom>
          <a:gradFill>
            <a:gsLst>
              <a:gs pos="50000">
                <a:schemeClr val="accent5">
                  <a:alpha val="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8" y="502920"/>
            <a:ext cx="5852160" cy="295351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54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8" y="4544568"/>
            <a:ext cx="4681728" cy="1591056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sz="20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F98245A6-7E39-43E3-BB93-77F62275606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00431E1F-9861-6E9A-6FDA-9450A0A9109C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4617720" y="6318504"/>
            <a:ext cx="2153412" cy="36576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29CF56E-D922-4450-9794-8B0E1451F6EB}" type="datetime1">
              <a:rPr lang="en-US" smtClean="0"/>
              <a:t>5/11/2026</a:t>
            </a:fld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43C4D8A9-0078-62DC-A293-9B6083ED649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6688836" y="6318504"/>
            <a:ext cx="493776" cy="36576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534656" y="0"/>
            <a:ext cx="4654296" cy="6858000"/>
          </a:xfr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3644615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3EACE7F8-A7D9-2E2C-2B0B-0DB8D7168A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0" y="6743026"/>
            <a:ext cx="12207200" cy="123363"/>
            <a:chOff x="-5025" y="6737718"/>
            <a:chExt cx="12207200" cy="123363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DB768309-21D1-59BA-F479-9F846B9A0FB2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E3D94F90-5391-9976-036B-C34C2C30448C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457200"/>
            <a:ext cx="10954512" cy="795528"/>
          </a:xfrm>
        </p:spPr>
        <p:txBody>
          <a:bodyPr/>
          <a:lstStyle>
            <a:lvl1pPr>
              <a:defRPr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13800000" scaled="0"/>
                </a:gra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8" y="1362455"/>
            <a:ext cx="10954512" cy="495604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BEDC843-90AD-36D3-6615-3505603F8E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52C5F7B-97CA-C06C-A155-E4BC307DB0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E1C96F-46D7-47BB-8945-9667BCB4F5BB}" type="datetime1">
              <a:rPr lang="en-US" smtClean="0"/>
              <a:t>5/11/2026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B324737-C1DF-CE60-245E-385E02AC2F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00499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Photo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47888" y="713232"/>
            <a:ext cx="3364992" cy="322783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4000" dirty="0">
                <a:gradFill>
                  <a:gsLst>
                    <a:gs pos="0">
                      <a:schemeClr val="accent2"/>
                    </a:gs>
                    <a:gs pos="100000">
                      <a:schemeClr val="accent5"/>
                    </a:gs>
                  </a:gsLst>
                  <a:lin ang="15600000" scaled="0"/>
                </a:gra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247888" y="5138927"/>
            <a:ext cx="3200400" cy="1197864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2000" dirty="0"/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7548451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9BCBE317-7590-8646-B2DB-5BED6EE8A1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5400000">
            <a:off x="4181134" y="3367319"/>
            <a:ext cx="6858000" cy="123363"/>
            <a:chOff x="-5025" y="6737718"/>
            <a:chExt cx="12207200" cy="123363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55B255D3-4FB2-87A8-E502-9CDE10990A39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FD15F704-CD21-A249-03F6-4F036D21400B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30B7E9-D8D3-BC56-A758-6C86B58C0AC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8247888" y="6318504"/>
            <a:ext cx="2459736" cy="365760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4FF974-138E-88CF-9001-1A07C67D1DFD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0707624" y="6318504"/>
            <a:ext cx="859536" cy="365760"/>
          </a:xfrm>
        </p:spPr>
        <p:txBody>
          <a:bodyPr/>
          <a:lstStyle/>
          <a:p>
            <a:fld id="{A6379DD5-AE65-4D02-9BCE-257CC17A63B7}" type="datetime1">
              <a:rPr lang="en-US" smtClean="0"/>
              <a:t>5/11/2026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DA7CD4-7B92-1CD1-A9F0-94B053972CA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823279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Photo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8" y="502920"/>
            <a:ext cx="5852160" cy="295351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5400" dirty="0">
                <a:gradFill>
                  <a:gsLst>
                    <a:gs pos="0">
                      <a:schemeClr val="accent2"/>
                    </a:gs>
                    <a:gs pos="100000">
                      <a:schemeClr val="accent5"/>
                    </a:gs>
                  </a:gsLst>
                  <a:lin ang="15600000" scaled="0"/>
                </a:gra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8" y="4544568"/>
            <a:ext cx="4681728" cy="1591056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sz="2000" dirty="0"/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F98245A6-7E39-43E3-BB93-77F62275606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algn="l"/>
            <a:r>
              <a:rPr lang="en-US" dirty="0"/>
              <a:t>Sample Footer Text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00431E1F-9861-6E9A-6FDA-9450A0A9109C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4617720" y="6318504"/>
            <a:ext cx="2153412" cy="365760"/>
          </a:xfrm>
        </p:spPr>
        <p:txBody>
          <a:bodyPr/>
          <a:lstStyle/>
          <a:p>
            <a:fld id="{9DFFF819-4E26-4576-8A6D-DA055CFF682A}" type="datetime1">
              <a:rPr lang="en-US" smtClean="0"/>
              <a:t>5/11/2026</a:t>
            </a:fld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43C4D8A9-0078-62DC-A293-9B6083ED649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6688836" y="6318504"/>
            <a:ext cx="493776" cy="365760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534656" y="0"/>
            <a:ext cx="4654296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82700937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Photo 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CEAB82C7-4740-BEAB-85E9-C816E1CDC4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0" y="4492680"/>
            <a:ext cx="12207200" cy="123363"/>
            <a:chOff x="-5025" y="6737718"/>
            <a:chExt cx="12207200" cy="123363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0B7E10D0-EE9E-6432-2C4D-0324DE19518E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663B4BE8-5DA5-6F2B-0DB6-7901D4547F64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2732" y="4965192"/>
            <a:ext cx="11146536" cy="786384"/>
          </a:xfrm>
        </p:spPr>
        <p:txBody>
          <a:bodyPr anchor="b">
            <a:normAutofit/>
          </a:bodyPr>
          <a:lstStyle>
            <a:lvl1pPr algn="ctr"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5806440"/>
            <a:ext cx="9902952" cy="576072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88952" cy="4492679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72D5EE-6935-237E-C4A2-C61261249F3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F001462-21CF-5988-0554-7DB1C494B04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602ACF4-9E47-4D03-8EA6-1CE7E20F9165}" type="datetime1">
              <a:rPr lang="en-US" smtClean="0"/>
              <a:t>5/11/2026</a:t>
            </a:fld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C81CEA4D-A8A1-D4D2-8F28-C8346937244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237024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C0FABB9A-1B5B-9306-B7B9-58E4E5E4EE0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1F155489-796B-CDF9-06C2-583941E589F7}"/>
              </a:ext>
            </a:extLst>
          </p:cNvPr>
          <p:cNvGrpSpPr/>
          <p:nvPr/>
        </p:nvGrpSpPr>
        <p:grpSpPr>
          <a:xfrm>
            <a:off x="0" y="0"/>
            <a:ext cx="12192000" cy="6867144"/>
            <a:chOff x="0" y="-7622"/>
            <a:chExt cx="12192000" cy="6894986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4F31A197-F740-DCA2-902E-29B890C314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rot="10800000">
              <a:off x="0" y="-7621"/>
              <a:ext cx="12192000" cy="6887364"/>
            </a:xfrm>
            <a:prstGeom prst="rect">
              <a:avLst/>
            </a:prstGeom>
            <a:gradFill>
              <a:gsLst>
                <a:gs pos="8000">
                  <a:schemeClr val="accent5"/>
                </a:gs>
                <a:gs pos="100000">
                  <a:schemeClr val="accent2"/>
                </a:gs>
              </a:gsLst>
              <a:lin ang="4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FFFFFF"/>
                </a:solidFill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35C02513-E6E5-DFFD-29B1-02BE448BAD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99" y="0"/>
              <a:ext cx="8216919" cy="6887364"/>
            </a:xfrm>
            <a:prstGeom prst="rect">
              <a:avLst/>
            </a:prstGeom>
            <a:gradFill flip="none" rotWithShape="1">
              <a:gsLst>
                <a:gs pos="0">
                  <a:schemeClr val="accent5">
                    <a:lumMod val="75000"/>
                    <a:alpha val="79000"/>
                  </a:schemeClr>
                </a:gs>
                <a:gs pos="40000">
                  <a:schemeClr val="accent5">
                    <a:lumMod val="60000"/>
                    <a:lumOff val="40000"/>
                    <a:alpha val="0"/>
                  </a:schemeClr>
                </a:gs>
              </a:gsLst>
              <a:lin ang="192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6FE184C5-789F-C980-F425-AF26045C8F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739978" y="-7622"/>
              <a:ext cx="8451623" cy="6887367"/>
            </a:xfrm>
            <a:prstGeom prst="rect">
              <a:avLst/>
            </a:prstGeom>
            <a:gradFill>
              <a:gsLst>
                <a:gs pos="0">
                  <a:schemeClr val="accent5">
                    <a:lumMod val="75000"/>
                    <a:alpha val="67000"/>
                  </a:schemeClr>
                </a:gs>
                <a:gs pos="60000">
                  <a:schemeClr val="accent5">
                    <a:alpha val="0"/>
                  </a:schemeClr>
                </a:gs>
              </a:gsLst>
              <a:lin ang="11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BE6801FB-115C-F074-E428-F4A4A588BC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rot="10800000">
              <a:off x="9127281" y="7060"/>
              <a:ext cx="3064320" cy="6872683"/>
            </a:xfrm>
            <a:prstGeom prst="rect">
              <a:avLst/>
            </a:prstGeom>
            <a:gradFill flip="none" rotWithShape="1">
              <a:gsLst>
                <a:gs pos="0">
                  <a:schemeClr val="accent2">
                    <a:alpha val="88000"/>
                  </a:schemeClr>
                </a:gs>
                <a:gs pos="56000">
                  <a:schemeClr val="accent2">
                    <a:alpha val="0"/>
                  </a:schemeClr>
                </a:gs>
              </a:gsLst>
              <a:lin ang="1200000" scaled="0"/>
              <a:tileRect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>
                <a:solidFill>
                  <a:srgbClr val="FFFFFF"/>
                </a:solidFill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86584" y="1371600"/>
            <a:ext cx="7498080" cy="2386584"/>
          </a:xfrm>
        </p:spPr>
        <p:txBody>
          <a:bodyPr anchor="b" anchorCtr="0">
            <a:normAutofit/>
          </a:bodyPr>
          <a:lstStyle>
            <a:lvl1pPr algn="ctr"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86584" y="3877056"/>
            <a:ext cx="7498080" cy="1655064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B0F5B7-78E6-2702-0F8C-122F4D21C9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96BEF7-236A-87FA-F0D9-F4515D8135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A82B809-8BB3-463C-8B5E-28962B4654D8}" type="datetime1">
              <a:rPr lang="en-US" smtClean="0"/>
              <a:t>5/11/2026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29C8F0-DE20-1DBB-6A42-CBFFAE15D7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534993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8" y="429768"/>
            <a:ext cx="9336024" cy="377647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8000" dirty="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6000000" scaled="0"/>
                </a:gra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8" y="4663440"/>
            <a:ext cx="6903720" cy="1344168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sz="2000" dirty="0"/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AAE0C5-AA7D-C4A0-BB09-3D328C8523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454691-E40E-1B02-C9B2-FD70013E01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8F537-5E0E-4697-8198-FDF0E53F372F}" type="datetime1">
              <a:rPr lang="en-US" smtClean="0"/>
              <a:t>5/11/2026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766BF4-6BB2-066C-5243-2D5CF17BA4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505176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9FFFB07-15C3-5030-73A7-6D0EBC2FB18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FFC67F9-A48C-BB0E-03C5-9C32A6BB8C5D}"/>
              </a:ext>
            </a:extLst>
          </p:cNvPr>
          <p:cNvSpPr/>
          <p:nvPr/>
        </p:nvSpPr>
        <p:spPr>
          <a:xfrm rot="16200000" flipH="1">
            <a:off x="2666999" y="-2667000"/>
            <a:ext cx="6857999" cy="12192002"/>
          </a:xfrm>
          <a:prstGeom prst="rect">
            <a:avLst/>
          </a:prstGeom>
          <a:gradFill>
            <a:gsLst>
              <a:gs pos="0">
                <a:schemeClr val="accent2"/>
              </a:gs>
              <a:gs pos="94000">
                <a:schemeClr val="accent5"/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A2436E8-8599-9171-B0E5-3A3CED0AE2C4}"/>
              </a:ext>
            </a:extLst>
          </p:cNvPr>
          <p:cNvSpPr/>
          <p:nvPr/>
        </p:nvSpPr>
        <p:spPr>
          <a:xfrm rot="5400000" flipH="1">
            <a:off x="2719785" y="-1537266"/>
            <a:ext cx="5669226" cy="11108800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75000"/>
                  <a:alpha val="90000"/>
                </a:schemeClr>
              </a:gs>
              <a:gs pos="39000">
                <a:schemeClr val="accent5">
                  <a:lumMod val="60000"/>
                  <a:lumOff val="40000"/>
                  <a:alpha val="0"/>
                </a:schemeClr>
              </a:gs>
            </a:gsLst>
            <a:lin ang="21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D052CAB-57CB-D9A8-5BBE-F7898C5EC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6200000" flipH="1">
            <a:off x="-648303" y="636301"/>
            <a:ext cx="6870003" cy="5573396"/>
          </a:xfrm>
          <a:prstGeom prst="rect">
            <a:avLst/>
          </a:prstGeom>
          <a:gradFill flip="none" rotWithShape="1">
            <a:gsLst>
              <a:gs pos="2000">
                <a:schemeClr val="accent2">
                  <a:lumMod val="75000"/>
                </a:schemeClr>
              </a:gs>
              <a:gs pos="37000">
                <a:schemeClr val="accent2">
                  <a:alpha val="0"/>
                </a:schemeClr>
              </a:gs>
            </a:gsLst>
            <a:lin ang="360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8" y="429768"/>
            <a:ext cx="9336024" cy="377647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80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8" y="4663440"/>
            <a:ext cx="6903720" cy="1344168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sz="20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1EF90BDF-2A3B-8AD7-6EE4-11ED28664F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81B66C1B-A1AD-A2BC-11D8-9AEA5E834A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D4E7D34-A495-4E23-B1D1-F5D651D22AFE}" type="datetime1">
              <a:rPr lang="en-US" smtClean="0"/>
              <a:t>5/11/2026</a:t>
            </a:fld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9A384A4A-7C42-E7AC-02FD-B65B61D214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113767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92EA34-13CC-54C1-DE3D-4F1D5D55C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2093976"/>
            <a:ext cx="7271895" cy="4178808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7200" dirty="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6000000" scaled="0"/>
                </a:gra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8F8ECD-BC5C-69B8-45CB-D6C697E807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F97286-C615-453F-E284-B5C22987E2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976A96-D1F6-4A74-B023-FDE16753EDD7}" type="datetime1">
              <a:rPr lang="en-US" smtClean="0"/>
              <a:t>5/11/2026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A721B8-1357-D164-0082-D2B50441B9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455095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4F65FF0-EE88-E48A-1552-AF2B228EADC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3D93006-CD9A-ACB8-4DFF-755585BD51C6}"/>
              </a:ext>
            </a:extLst>
          </p:cNvPr>
          <p:cNvSpPr/>
          <p:nvPr/>
        </p:nvSpPr>
        <p:spPr>
          <a:xfrm rot="5400000" flipH="1" flipV="1">
            <a:off x="2662822" y="-2671180"/>
            <a:ext cx="6866356" cy="12192001"/>
          </a:xfrm>
          <a:prstGeom prst="rect">
            <a:avLst/>
          </a:prstGeom>
          <a:gradFill>
            <a:gsLst>
              <a:gs pos="13000">
                <a:schemeClr val="accent2"/>
              </a:gs>
              <a:gs pos="100000">
                <a:schemeClr val="accent5"/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B71B6E1-2B98-87C0-C97D-DC19E754324D}"/>
              </a:ext>
            </a:extLst>
          </p:cNvPr>
          <p:cNvSpPr/>
          <p:nvPr/>
        </p:nvSpPr>
        <p:spPr>
          <a:xfrm rot="16200000" flipH="1" flipV="1">
            <a:off x="2144989" y="-2153344"/>
            <a:ext cx="5473326" cy="9763303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75000"/>
                  <a:alpha val="68000"/>
                </a:schemeClr>
              </a:gs>
              <a:gs pos="45000">
                <a:schemeClr val="accent5">
                  <a:lumMod val="60000"/>
                  <a:lumOff val="40000"/>
                  <a:alpha val="0"/>
                </a:schemeClr>
              </a:gs>
            </a:gsLst>
            <a:lin ang="19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35B8330-0A40-6340-3205-86A38459537F}"/>
              </a:ext>
            </a:extLst>
          </p:cNvPr>
          <p:cNvSpPr/>
          <p:nvPr/>
        </p:nvSpPr>
        <p:spPr>
          <a:xfrm flipV="1">
            <a:off x="1031672" y="2962966"/>
            <a:ext cx="11160328" cy="3895034"/>
          </a:xfrm>
          <a:prstGeom prst="rect">
            <a:avLst/>
          </a:prstGeom>
          <a:gradFill>
            <a:gsLst>
              <a:gs pos="0">
                <a:schemeClr val="accent5">
                  <a:lumMod val="75000"/>
                </a:schemeClr>
              </a:gs>
              <a:gs pos="42000">
                <a:schemeClr val="accent5">
                  <a:alpha val="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A413373-13C5-71D9-C45A-699B0F4513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 flipH="1" flipV="1">
            <a:off x="1233479" y="361145"/>
            <a:ext cx="5263375" cy="7730333"/>
          </a:xfrm>
          <a:prstGeom prst="rect">
            <a:avLst/>
          </a:prstGeom>
          <a:gradFill flip="none" rotWithShape="1">
            <a:gsLst>
              <a:gs pos="8000">
                <a:schemeClr val="accent2">
                  <a:lumMod val="75000"/>
                </a:schemeClr>
              </a:gs>
              <a:gs pos="50000">
                <a:schemeClr val="accent2">
                  <a:alpha val="0"/>
                </a:schemeClr>
              </a:gs>
            </a:gsLst>
            <a:lin ang="180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92EA34-13CC-54C1-DE3D-4F1D5D55C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2093976"/>
            <a:ext cx="6528816" cy="4178808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66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C3B3753E-6E60-F731-58BF-7C4D0497E9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08CEB89B-6066-557A-EBEC-18307AC240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C5C1F80-0989-4135-BEC0-53996BCA1D73}" type="datetime1">
              <a:rPr lang="en-US" smtClean="0"/>
              <a:t>5/11/2026</a:t>
            </a:fld>
            <a:endParaRPr lang="en-US" dirty="0"/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C2114D5C-BE8D-24C7-4A79-C0C28376AA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587456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3DF4C684-CDD4-5CA8-12DC-BB0C4BFE21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0" y="-4329"/>
            <a:ext cx="5056093" cy="6869586"/>
            <a:chOff x="5171844" y="-11586"/>
            <a:chExt cx="7020159" cy="6869586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F6ECDBF0-A1F0-37B6-C87A-8687287F7950}"/>
                </a:ext>
              </a:extLst>
            </p:cNvPr>
            <p:cNvSpPr/>
            <p:nvPr/>
          </p:nvSpPr>
          <p:spPr>
            <a:xfrm>
              <a:off x="5171848" y="-11580"/>
              <a:ext cx="7020152" cy="6869579"/>
            </a:xfrm>
            <a:prstGeom prst="rect">
              <a:avLst/>
            </a:prstGeom>
            <a:gradFill>
              <a:gsLst>
                <a:gs pos="7000">
                  <a:schemeClr val="accent2"/>
                </a:gs>
                <a:gs pos="100000">
                  <a:schemeClr val="accent5"/>
                </a:gs>
              </a:gsLst>
              <a:lin ang="4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360F90E0-14F7-6838-2C0A-149459C1D143}"/>
                </a:ext>
              </a:extLst>
            </p:cNvPr>
            <p:cNvSpPr/>
            <p:nvPr/>
          </p:nvSpPr>
          <p:spPr>
            <a:xfrm rot="10800000">
              <a:off x="6351336" y="876304"/>
              <a:ext cx="5840664" cy="5981696"/>
            </a:xfrm>
            <a:prstGeom prst="rect">
              <a:avLst/>
            </a:prstGeom>
            <a:gradFill flip="none" rotWithShape="1">
              <a:gsLst>
                <a:gs pos="0">
                  <a:schemeClr val="accent5">
                    <a:lumMod val="75000"/>
                  </a:schemeClr>
                </a:gs>
                <a:gs pos="60000">
                  <a:schemeClr val="accent5">
                    <a:lumMod val="60000"/>
                    <a:lumOff val="40000"/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7578B55F-B3C4-0B70-7EAE-5FBFD3308543}"/>
                </a:ext>
              </a:extLst>
            </p:cNvPr>
            <p:cNvSpPr/>
            <p:nvPr/>
          </p:nvSpPr>
          <p:spPr>
            <a:xfrm>
              <a:off x="5171844" y="-11586"/>
              <a:ext cx="5171848" cy="6869586"/>
            </a:xfrm>
            <a:prstGeom prst="rect">
              <a:avLst/>
            </a:prstGeom>
            <a:gradFill flip="none" rotWithShape="1">
              <a:gsLst>
                <a:gs pos="3000">
                  <a:schemeClr val="accent2">
                    <a:alpha val="70000"/>
                  </a:schemeClr>
                </a:gs>
                <a:gs pos="42000">
                  <a:schemeClr val="accent2">
                    <a:alpha val="0"/>
                  </a:schemeClr>
                </a:gs>
              </a:gsLst>
              <a:lin ang="30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BFFBDE35-AEB9-6AFE-BC7A-79FEFBB51D0A}"/>
                </a:ext>
              </a:extLst>
            </p:cNvPr>
            <p:cNvSpPr/>
            <p:nvPr/>
          </p:nvSpPr>
          <p:spPr>
            <a:xfrm rot="16200000">
              <a:off x="6042356" y="708353"/>
              <a:ext cx="6869583" cy="5429710"/>
            </a:xfrm>
            <a:prstGeom prst="rect">
              <a:avLst/>
            </a:prstGeom>
            <a:gradFill>
              <a:gsLst>
                <a:gs pos="0">
                  <a:schemeClr val="accent5">
                    <a:alpha val="86000"/>
                  </a:schemeClr>
                </a:gs>
                <a:gs pos="57000">
                  <a:schemeClr val="accent2">
                    <a:alpha val="0"/>
                  </a:schemeClr>
                </a:gs>
              </a:gsLst>
              <a:lin ang="13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8368" y="2103120"/>
            <a:ext cx="3666744" cy="2624328"/>
          </a:xfrm>
          <a:noFill/>
        </p:spPr>
        <p:txBody>
          <a:bodyPr anchor="ctr">
            <a:normAutofit/>
          </a:bodyPr>
          <a:lstStyle>
            <a:lvl1pPr algn="ctr"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9E554EC-D104-642A-5E42-E4CFB243523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l"/>
            <a:r>
              <a:rPr lang="en-US" dirty="0"/>
              <a:t>Sample Footer Text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057702" y="877824"/>
            <a:ext cx="5509458" cy="5102352"/>
          </a:xfrm>
        </p:spPr>
        <p:txBody>
          <a:bodyPr vert="horz" lIns="91440" tIns="45720" rIns="91440" bIns="45720" rtlCol="0" anchor="ctr">
            <a:normAutofit/>
          </a:bodyPr>
          <a:lstStyle>
            <a:lvl1pPr marL="457200" indent="-457200">
              <a:buFont typeface="+mj-lt"/>
              <a:buAutoNum type="arabicPeriod"/>
              <a:defRPr lang="en-US" sz="2000" dirty="0"/>
            </a:lvl1pPr>
            <a:lvl2pPr marL="571500" indent="-342900">
              <a:buFont typeface="+mj-lt"/>
              <a:buAutoNum type="arabicPeriod"/>
              <a:defRPr lang="en-US" sz="1800" dirty="0"/>
            </a:lvl2pPr>
            <a:lvl3pPr marL="800100" indent="-342900">
              <a:buFont typeface="+mj-lt"/>
              <a:buAutoNum type="arabicPeriod"/>
              <a:defRPr lang="en-US" sz="1600" dirty="0"/>
            </a:lvl3pPr>
            <a:lvl4pPr>
              <a:buFont typeface="+mj-lt"/>
              <a:buAutoNum type="arabicPeriod"/>
              <a:defRPr lang="en-US" sz="1400" dirty="0"/>
            </a:lvl4pPr>
            <a:lvl5pPr>
              <a:buFont typeface="+mj-lt"/>
              <a:buAutoNum type="arabicPeriod"/>
              <a:defRPr lang="en-US" sz="1400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C3B19A28-AC79-CF20-C703-D6B27C01698A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B346B3B-D23C-46FC-82B4-EC936862EBB6}" type="datetime1">
              <a:rPr lang="en-US" smtClean="0"/>
              <a:t>5/11/2026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E23A16-5291-F71A-D460-81EE611EA8B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642248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Phot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89BA5514-C4EC-5772-F451-90A91C385D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0" y="0"/>
            <a:ext cx="123362" cy="6858000"/>
            <a:chOff x="12068638" y="0"/>
            <a:chExt cx="123362" cy="685800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1C95E155-D254-47EB-52CD-C66E0A29E9AB}"/>
                </a:ext>
              </a:extLst>
            </p:cNvPr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 Light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947EE6D-F09F-E804-C40C-AB228BDE8E64}"/>
                </a:ext>
              </a:extLst>
            </p:cNvPr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 Light"/>
                <a:ea typeface="+mn-ea"/>
                <a:cs typeface="+mn-cs"/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72783" y="722376"/>
            <a:ext cx="5138927" cy="158191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6000" dirty="0">
                <a:gradFill>
                  <a:gsLst>
                    <a:gs pos="0">
                      <a:schemeClr val="accent2"/>
                    </a:gs>
                    <a:gs pos="100000">
                      <a:schemeClr val="accent5"/>
                    </a:gs>
                  </a:gsLst>
                  <a:lin ang="12000000" scaled="0"/>
                </a:gra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630EF3B0-9D02-EBD8-2D14-79BF34534AA1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119307" y="0"/>
            <a:ext cx="5413248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72784" y="2834640"/>
            <a:ext cx="5138928" cy="2999232"/>
          </a:xfrm>
        </p:spPr>
        <p:txBody>
          <a:bodyPr vert="horz" lIns="91440" tIns="45720" rIns="91440" bIns="45720" rtlCol="0" anchor="b">
            <a:normAutofit/>
          </a:bodyPr>
          <a:lstStyle>
            <a:lvl1pPr marL="457200" indent="-457200">
              <a:buFont typeface="+mj-lt"/>
              <a:buAutoNum type="arabicPeriod"/>
              <a:defRPr lang="en-US" sz="2000" dirty="0"/>
            </a:lvl1pPr>
            <a:lvl2pPr marL="571500" indent="-342900">
              <a:buFont typeface="+mj-lt"/>
              <a:buAutoNum type="arabicPeriod"/>
              <a:defRPr lang="en-US" sz="1800" dirty="0"/>
            </a:lvl2pPr>
            <a:lvl3pPr marL="800100" indent="-342900">
              <a:buFont typeface="+mj-lt"/>
              <a:buAutoNum type="arabicPeriod"/>
              <a:defRPr lang="en-US" sz="1600" dirty="0"/>
            </a:lvl3pPr>
            <a:lvl4pPr>
              <a:buFont typeface="+mj-lt"/>
              <a:buAutoNum type="arabicPeriod"/>
              <a:defRPr lang="en-US" sz="1400" dirty="0"/>
            </a:lvl4pPr>
            <a:lvl5pPr>
              <a:buFont typeface="+mj-lt"/>
              <a:buAutoNum type="arabicPeriod"/>
              <a:defRPr lang="en-US" sz="1400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9E554EC-D104-642A-5E42-E4CFB243523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272784" y="6318504"/>
            <a:ext cx="3569956" cy="365760"/>
          </a:xfrm>
        </p:spPr>
        <p:txBody>
          <a:bodyPr/>
          <a:lstStyle/>
          <a:p>
            <a:pPr algn="l"/>
            <a:r>
              <a:rPr lang="en-US" dirty="0"/>
              <a:t>Sample Footer Text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C3B19A28-AC79-CF20-C703-D6B27C01698A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0075652" y="6318504"/>
            <a:ext cx="1491507" cy="365760"/>
          </a:xfrm>
        </p:spPr>
        <p:txBody>
          <a:bodyPr/>
          <a:lstStyle/>
          <a:p>
            <a:fld id="{11039C6F-01AE-405F-93D2-431591D79461}" type="datetime1">
              <a:rPr lang="en-US" smtClean="0"/>
              <a:t>5/11/2026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E23A16-5291-F71A-D460-81EE611EA8B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621624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8CE855AC-5F95-123D-E0A1-CBD75D8FD0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0" y="6743026"/>
            <a:ext cx="12207200" cy="123363"/>
            <a:chOff x="-5025" y="6737718"/>
            <a:chExt cx="12207200" cy="123363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F3A6A854-7BA6-35FC-898F-37F3BC10E5DB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6455EF75-521C-7F12-2397-68B6128751E8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82496" y="2222436"/>
            <a:ext cx="4160520" cy="2825496"/>
          </a:xfrm>
        </p:spPr>
        <p:txBody>
          <a:bodyPr anchor="t">
            <a:normAutofit/>
          </a:bodyPr>
          <a:lstStyle>
            <a:lvl1pPr>
              <a:defRPr sz="400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13800000" scaled="0"/>
                </a:gra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437376" y="2222436"/>
            <a:ext cx="3959352" cy="269748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F09CF825-511F-35F8-E0EC-636033ED43E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algn="l"/>
            <a:r>
              <a:rPr lang="en-US" dirty="0"/>
              <a:t>Sample Footer Text</a:t>
            </a:r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36A82C16-EB1A-4294-103B-715F071E5A3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6AE82713-2685-4CB9-BD26-DD329F3C67A6}" type="datetime1">
              <a:rPr lang="en-US" smtClean="0"/>
              <a:t>5/11/2026</a:t>
            </a:fld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727EA83B-52EA-A0B8-E2E8-C9D1FE273B2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708143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474537F0-59D7-5CF5-65CE-33DFA62B37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0" y="6743026"/>
            <a:ext cx="12207200" cy="123363"/>
            <a:chOff x="-5025" y="6737718"/>
            <a:chExt cx="12207200" cy="123363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C7EFD035-FCE9-275A-5EEF-94FC6583E39A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1DFF3E46-4915-D511-DDA5-9451667C3C81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8552" y="2048256"/>
            <a:ext cx="3813048" cy="3538728"/>
          </a:xfrm>
        </p:spPr>
        <p:txBody>
          <a:bodyPr anchor="t">
            <a:normAutofit/>
          </a:bodyPr>
          <a:lstStyle>
            <a:lvl1pPr>
              <a:defRPr sz="320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13800000" scaled="0"/>
                </a:gra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775960" y="2048256"/>
            <a:ext cx="5047488" cy="353872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57CB2298-A12A-D380-ED4F-AD870434F23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algn="l"/>
            <a:r>
              <a:rPr lang="en-US"/>
              <a:t>Sample Footer Text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1F2EAD-3327-FA60-8B7F-6CBBD02C3F07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957926B3-CA5D-44FB-BC2D-6B05FBB97B04}" type="datetime1">
              <a:rPr lang="en-US" smtClean="0"/>
              <a:t>5/11/2026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63D4A7C-9E9E-96BC-68B8-3F92C9B3B40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163851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50675FE4-1839-CB8F-7574-8FBCED9706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0" y="6743026"/>
            <a:ext cx="12207200" cy="123363"/>
            <a:chOff x="-5025" y="6737718"/>
            <a:chExt cx="12207200" cy="123363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1C309010-BB96-4CE9-3A39-43FA59198DD0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32D5C3E8-4075-EEED-D3DC-B1B0DCD9F940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722376"/>
            <a:ext cx="7214616" cy="1280160"/>
          </a:xfrm>
        </p:spPr>
        <p:txBody>
          <a:bodyPr anchor="t">
            <a:normAutofit/>
          </a:bodyPr>
          <a:lstStyle>
            <a:lvl1pPr>
              <a:defRPr sz="400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13800000" scaled="0"/>
                </a:gra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922776" y="2240280"/>
            <a:ext cx="7349947" cy="372160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4A089F15-F7A9-6130-79CF-D853C6B4B74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algn="l"/>
            <a:r>
              <a:rPr lang="en-US" dirty="0"/>
              <a:t>Sample Footer Text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65C79459-C978-FF61-F7FC-DC5D1F170174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E009212-C305-41EC-8687-C39B36C09AF0}" type="datetime1">
              <a:rPr lang="en-US" smtClean="0"/>
              <a:t>5/11/2026</a:t>
            </a:fld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BFFBCCE1-48C7-7734-891D-F4664CC97B6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330159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43A83600-30C4-2F21-93C5-D07537A396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0" y="6743026"/>
            <a:ext cx="12207200" cy="123363"/>
            <a:chOff x="-5025" y="6737718"/>
            <a:chExt cx="12207200" cy="123363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BA1F9F49-F979-53D6-3ED8-352816078D4C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4745F95-9BA3-B7A5-F004-E2BB1CFFE2F8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40080"/>
            <a:ext cx="4215384" cy="3136392"/>
          </a:xfrm>
        </p:spPr>
        <p:txBody>
          <a:bodyPr anchor="t">
            <a:normAutofit/>
          </a:bodyPr>
          <a:lstStyle>
            <a:lvl1pPr>
              <a:defRPr sz="320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13800000" scaled="0"/>
                </a:gra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68696" y="640080"/>
            <a:ext cx="5998464" cy="5696712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A8E192A-D6F1-1585-7133-0041C85402E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algn="l"/>
            <a:r>
              <a:rPr lang="en-US"/>
              <a:t>Sample Footer Text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602332-ECCE-37C9-0CA1-1743D107C8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CD886C8-FB0E-44DB-9413-26C9933623BA}" type="datetime1">
              <a:rPr lang="en-US" smtClean="0"/>
              <a:t>5/11/2026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37B541-595D-1700-6A76-9AF7590B186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567156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F604B371-347D-80EC-2C2C-C69CD2EF7B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flipV="1">
            <a:off x="12068340" y="0"/>
            <a:ext cx="123362" cy="6858000"/>
            <a:chOff x="12068638" y="0"/>
            <a:chExt cx="123362" cy="6858000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3F227FEA-4B4B-3484-7267-B7BD65A4E9BF}"/>
                </a:ext>
              </a:extLst>
            </p:cNvPr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753530AA-F724-4235-0FDF-84595FCBFBC1}"/>
                </a:ext>
              </a:extLst>
            </p:cNvPr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21792"/>
            <a:ext cx="10872216" cy="749808"/>
          </a:xfrm>
        </p:spPr>
        <p:txBody>
          <a:bodyPr anchor="ctr">
            <a:normAutofit/>
          </a:bodyPr>
          <a:lstStyle>
            <a:lvl1pPr>
              <a:defRPr sz="320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13800000" scaled="0"/>
                </a:gra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249424" y="1591056"/>
            <a:ext cx="7772400" cy="438912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A8E192A-D6F1-1585-7133-0041C85402E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algn="l"/>
            <a:r>
              <a:rPr lang="en-US" dirty="0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602332-ECCE-37C9-0CA1-1743D107C8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78A6864-E7E2-494F-A90A-ECC53613C6EC}" type="datetime1">
              <a:rPr lang="en-US" smtClean="0"/>
              <a:t>5/11/2026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37B541-595D-1700-6A76-9AF7590B186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456235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C1155E4-5659-692F-6CDC-095E555AF698}"/>
              </a:ext>
            </a:extLst>
          </p:cNvPr>
          <p:cNvSpPr/>
          <p:nvPr/>
        </p:nvSpPr>
        <p:spPr>
          <a:xfrm rot="5400000" flipH="1">
            <a:off x="5175902" y="-5175894"/>
            <a:ext cx="1855397" cy="12207199"/>
          </a:xfrm>
          <a:prstGeom prst="rect">
            <a:avLst/>
          </a:prstGeom>
          <a:gradFill>
            <a:gsLst>
              <a:gs pos="0">
                <a:schemeClr val="accent5"/>
              </a:gs>
              <a:gs pos="90000">
                <a:schemeClr val="accent2"/>
              </a:gs>
            </a:gsLst>
            <a:lin ang="9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88AFD6F-0EAD-ADCF-CB9A-AB74C59048E1}"/>
              </a:ext>
            </a:extLst>
          </p:cNvPr>
          <p:cNvSpPr/>
          <p:nvPr/>
        </p:nvSpPr>
        <p:spPr>
          <a:xfrm rot="16200000">
            <a:off x="6635246" y="-3716556"/>
            <a:ext cx="1855397" cy="9288510"/>
          </a:xfrm>
          <a:prstGeom prst="rect">
            <a:avLst/>
          </a:prstGeom>
          <a:gradFill>
            <a:gsLst>
              <a:gs pos="45000">
                <a:schemeClr val="accent5">
                  <a:alpha val="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310896"/>
            <a:ext cx="10872216" cy="1225296"/>
          </a:xfrm>
        </p:spPr>
        <p:txBody>
          <a:bodyPr anchor="ctr">
            <a:normAutofit/>
          </a:bodyPr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249424" y="2313432"/>
            <a:ext cx="8732520" cy="3895344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A8E192A-D6F1-1585-7133-0041C85402E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algn="l"/>
            <a:r>
              <a:rPr lang="en-US"/>
              <a:t>Sample Footer Text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602332-ECCE-37C9-0CA1-1743D107C8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F4ED686-7864-484B-8047-F06E855FD995}" type="datetime1">
              <a:rPr lang="en-US" smtClean="0"/>
              <a:t>5/11/2026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37B541-595D-1700-6A76-9AF7590B186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242286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1394E45B-1239-5927-7239-231AB33A23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0" y="6743026"/>
            <a:ext cx="12207200" cy="123363"/>
            <a:chOff x="-5025" y="6737718"/>
            <a:chExt cx="12207200" cy="123363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C82CCE1C-1D53-2F67-CA11-693E1CA40CC5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1C77A3C2-9949-B8A0-8486-8228C60D0C3F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40080"/>
            <a:ext cx="3493008" cy="3621024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13800000" scaled="0"/>
                </a:gra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892040" y="640081"/>
            <a:ext cx="6675120" cy="557784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F3B715D2-E75C-A2E6-CE7A-70CE2EFA5E8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algn="l"/>
            <a:r>
              <a:rPr lang="en-US" dirty="0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C4CAAF-9048-5116-D3C8-15E595C3BC2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CB8F8C76-8E31-4D47-BC79-85F35E81929B}" type="datetime1">
              <a:rPr lang="en-US" smtClean="0"/>
              <a:t>5/11/2026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BF8E49B-DD4C-66AF-8D2C-52110DB227F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244561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F2293C7-9DD5-C84B-6A44-F0D117C4C94B}"/>
              </a:ext>
            </a:extLst>
          </p:cNvPr>
          <p:cNvSpPr/>
          <p:nvPr/>
        </p:nvSpPr>
        <p:spPr>
          <a:xfrm>
            <a:off x="3" y="-4323"/>
            <a:ext cx="4059076" cy="6869579"/>
          </a:xfrm>
          <a:prstGeom prst="rect">
            <a:avLst/>
          </a:prstGeom>
          <a:gradFill>
            <a:gsLst>
              <a:gs pos="7000">
                <a:schemeClr val="accent2"/>
              </a:gs>
              <a:gs pos="100000">
                <a:schemeClr val="accent5"/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C088F0D-A4DE-CAA0-43A6-84E52AD904F3}"/>
              </a:ext>
            </a:extLst>
          </p:cNvPr>
          <p:cNvSpPr/>
          <p:nvPr/>
        </p:nvSpPr>
        <p:spPr>
          <a:xfrm rot="10800000">
            <a:off x="-1" y="1061883"/>
            <a:ext cx="4059079" cy="5803372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75000"/>
                </a:schemeClr>
              </a:gs>
              <a:gs pos="60000">
                <a:schemeClr val="accent5">
                  <a:lumMod val="60000"/>
                  <a:lumOff val="40000"/>
                  <a:alpha val="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5CD67E0-1350-1985-A4E1-5215AF902BF2}"/>
              </a:ext>
            </a:extLst>
          </p:cNvPr>
          <p:cNvSpPr/>
          <p:nvPr/>
        </p:nvSpPr>
        <p:spPr>
          <a:xfrm rot="16200000">
            <a:off x="-524095" y="1129367"/>
            <a:ext cx="5716870" cy="3449479"/>
          </a:xfrm>
          <a:prstGeom prst="rect">
            <a:avLst/>
          </a:prstGeom>
          <a:gradFill>
            <a:gsLst>
              <a:gs pos="0">
                <a:schemeClr val="accent5">
                  <a:alpha val="86000"/>
                </a:schemeClr>
              </a:gs>
              <a:gs pos="57000">
                <a:schemeClr val="accent2">
                  <a:alpha val="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40080"/>
            <a:ext cx="3081528" cy="4014216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892040" y="640081"/>
            <a:ext cx="6675120" cy="557784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2B6B8768-08ED-B8FE-AB87-3961B13E76E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12648" y="6318504"/>
            <a:ext cx="3446431" cy="36576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0790CD73-4635-8D46-A7E8-EDF5E35D34E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85640267-1344-46BE-B105-162E68855468}" type="datetime1">
              <a:rPr lang="en-US" smtClean="0"/>
              <a:t>5/11/2026</a:t>
            </a:fld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CE7E57EE-CAE7-24C5-9F1D-159F32ADDDD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087448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05272" y="502920"/>
            <a:ext cx="5961888" cy="1197864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125E9B8B-7499-A48C-F314-3620CFFB8E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0" y="0"/>
            <a:ext cx="123362" cy="6858000"/>
            <a:chOff x="12068638" y="0"/>
            <a:chExt cx="123362" cy="685800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139B506F-0FAC-8905-0F05-E889644A7B96}"/>
                </a:ext>
              </a:extLst>
            </p:cNvPr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EDAC1EBA-955D-23C1-CCE1-CF2C6CBFD05B}"/>
                </a:ext>
              </a:extLst>
            </p:cNvPr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F96EE962-E57A-8EDB-7169-6EB04FA7539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15866" y="0"/>
            <a:ext cx="4837176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605272" y="1801367"/>
            <a:ext cx="5961888" cy="4453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51225D-49EF-5752-ACF2-F43EB2B36332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5605272" y="6318504"/>
            <a:ext cx="4096512" cy="365760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A362DD-3333-1184-E97C-2FDF9D599F49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9701784" y="6318504"/>
            <a:ext cx="1865376" cy="365760"/>
          </a:xfrm>
        </p:spPr>
        <p:txBody>
          <a:bodyPr/>
          <a:lstStyle/>
          <a:p>
            <a:fld id="{1C45E567-307A-4358-87B7-AFD16C4C07D5}" type="datetime1">
              <a:rPr lang="en-US" smtClean="0"/>
              <a:t>5/11/2026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21012C-B1FA-A889-A45D-1DA431A41443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437793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02920"/>
            <a:ext cx="6858000" cy="84124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8" y="1472184"/>
            <a:ext cx="6858000" cy="478231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55B44AF-FB05-4BBA-5AC9-C89D1BB5BE69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632EABA-2011-B91D-C867-6B03C4743305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4709160" y="6318504"/>
            <a:ext cx="2350008" cy="365760"/>
          </a:xfrm>
        </p:spPr>
        <p:txBody>
          <a:bodyPr/>
          <a:lstStyle/>
          <a:p>
            <a:fld id="{E016730A-3443-4D7F-BC47-3A3CDB3837FC}" type="datetime1">
              <a:rPr lang="en-US" smtClean="0"/>
              <a:t>5/11/2026</a:t>
            </a:fld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437E37F5-E579-D12C-536E-A9118707E1C6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6976872" y="6318504"/>
            <a:ext cx="493776" cy="365760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9D3616B-B0C6-AB9E-48FA-05090671826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8129142" y="0"/>
            <a:ext cx="3939493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D5BBFBAF-5922-A442-5D1A-BC28ADE0D2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2068638" y="0"/>
            <a:ext cx="123362" cy="6858000"/>
            <a:chOff x="12068638" y="0"/>
            <a:chExt cx="123362" cy="685800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E9DBF79C-336C-A5FC-F9A7-F678FEB5C351}"/>
                </a:ext>
              </a:extLst>
            </p:cNvPr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2B3E95C8-0894-01F3-97E4-60803AAA24AF}"/>
                </a:ext>
              </a:extLst>
            </p:cNvPr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5335140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06516" y="502920"/>
            <a:ext cx="6858000" cy="84124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AF4E90B-EF6F-24B4-C4FE-7FBC72B7E9E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15867" y="0"/>
            <a:ext cx="3968496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F50B082-E806-677A-B150-164003C5BF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0" y="0"/>
            <a:ext cx="123362" cy="6858000"/>
            <a:chOff x="12068638" y="0"/>
            <a:chExt cx="123362" cy="68580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CEBF228F-ECC6-8326-8C59-4539BE646E46}"/>
                </a:ext>
              </a:extLst>
            </p:cNvPr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A29E235C-963A-D79C-5145-5233B1FD5A89}"/>
                </a:ext>
              </a:extLst>
            </p:cNvPr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06516" y="1472183"/>
            <a:ext cx="6858000" cy="478231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46FDC5C-46E3-4585-C089-E091BE6E5D36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4706516" y="6318504"/>
            <a:ext cx="4096512" cy="365760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721447D-8AA6-9863-0212-376200A916F4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8729070" y="6318504"/>
            <a:ext cx="2838090" cy="365760"/>
          </a:xfrm>
        </p:spPr>
        <p:txBody>
          <a:bodyPr/>
          <a:lstStyle/>
          <a:p>
            <a:fld id="{D9193AC5-F257-4C01-8A7B-A4CD87F22F04}" type="datetime1">
              <a:rPr lang="en-US" smtClean="0"/>
              <a:t>5/11/2026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6395A93-90A0-8500-32A5-2011DF9658FA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445781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87AE7BB9-8F3B-888B-7C5F-C693E4B78B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2068638" y="0"/>
            <a:ext cx="123362" cy="6858000"/>
            <a:chOff x="12068638" y="0"/>
            <a:chExt cx="123362" cy="685800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7CA2AA3A-CAA5-475A-C3CD-9ABFCE2B0092}"/>
                </a:ext>
              </a:extLst>
            </p:cNvPr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B43ED07E-CBE3-22B8-BCE0-4F98BB64C4C6}"/>
                </a:ext>
              </a:extLst>
            </p:cNvPr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02920"/>
            <a:ext cx="4573413" cy="84124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8" y="1472184"/>
            <a:ext cx="4573413" cy="478231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42B6E2F6-1C60-7678-922C-01C4DB211D7A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612648" y="6318504"/>
            <a:ext cx="2743200" cy="365760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5BA7FF-A77E-82D8-382F-C60F9EB7D403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3355847" y="6318504"/>
            <a:ext cx="1418733" cy="365760"/>
          </a:xfrm>
        </p:spPr>
        <p:txBody>
          <a:bodyPr/>
          <a:lstStyle/>
          <a:p>
            <a:fld id="{A64EBB10-E93E-4729-97C4-FAB8DF4548E2}" type="datetime1">
              <a:rPr lang="en-US" smtClean="0"/>
              <a:t>5/11/2026</a:t>
            </a:fld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277AED5A-2B3B-6F43-CA78-5BF85217FD6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4692285" y="6318504"/>
            <a:ext cx="493776" cy="365760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EC59C038-AFE7-F1BB-D482-33E170892572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844556" y="0"/>
            <a:ext cx="6224082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81330857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02920"/>
            <a:ext cx="4389120" cy="1444752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8" y="2084832"/>
            <a:ext cx="4389120" cy="416966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497486-A221-C6D1-050D-0B3DB326465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612648" y="6318504"/>
            <a:ext cx="2651760" cy="365760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907AE70-2FE3-1872-0811-BC089F612855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3264408" y="6318504"/>
            <a:ext cx="1325880" cy="365760"/>
          </a:xfrm>
        </p:spPr>
        <p:txBody>
          <a:bodyPr/>
          <a:lstStyle/>
          <a:p>
            <a:fld id="{7040DD2C-7FC6-41A9-87A2-29E4EDD4A815}" type="datetime1">
              <a:rPr lang="en-US" smtClean="0"/>
              <a:t>5/11/2026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93EE6EB-FF56-B8A3-1408-5C43C49B256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4507992" y="6318504"/>
            <a:ext cx="493776" cy="365760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EE2866F3-0262-FC88-23E2-359D75EA8A7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660263" y="0"/>
            <a:ext cx="6408375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5D76C82F-0CA8-713E-E19A-65D51910A5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2068638" y="0"/>
            <a:ext cx="123362" cy="6858000"/>
            <a:chOff x="12068638" y="0"/>
            <a:chExt cx="123362" cy="68580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C3A0EB22-0640-E9D6-5C90-504668EDC47C}"/>
                </a:ext>
              </a:extLst>
            </p:cNvPr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B995F219-6751-8C9C-0F4E-1048F537CB61}"/>
                </a:ext>
              </a:extLst>
            </p:cNvPr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93615727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5C494689-2DF4-F719-B5A3-0E33B5AB96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0" y="6743026"/>
            <a:ext cx="12207200" cy="123363"/>
            <a:chOff x="-5025" y="6737718"/>
            <a:chExt cx="12207200" cy="123363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258C88C8-2ADC-03E1-DA79-C09C9FFCB400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6EE9281E-3F01-B630-B5DF-17CEE295D67F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722376"/>
            <a:ext cx="3017520" cy="3364992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5A6D87B-55DF-483B-0AF7-E6F2B6041C80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105656" y="722376"/>
            <a:ext cx="3417212" cy="544068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998356" y="722376"/>
            <a:ext cx="3566160" cy="544068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B46F9121-A740-6137-350B-F287FC3F65ED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71DDF62D-265F-648C-DEAF-A6B63AFE9A88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C8E3A8ED-7C53-48B7-8E07-F767A8357B67}" type="datetime1">
              <a:rPr lang="en-US" smtClean="0"/>
              <a:t>5/11/2026</a:t>
            </a:fld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4B1E5F69-8168-1838-71D3-E395524793E7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104525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6DB5D765-4DB1-83CD-C254-A90B6611CF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0" y="0"/>
            <a:ext cx="123362" cy="6858000"/>
            <a:chOff x="12068638" y="0"/>
            <a:chExt cx="123362" cy="685800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C69A84EF-6D24-A163-8B58-B5389FD4DDD7}"/>
                </a:ext>
              </a:extLst>
            </p:cNvPr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0E9A50A9-013C-611D-B106-1ED459519F51}"/>
                </a:ext>
              </a:extLst>
            </p:cNvPr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65592" y="502920"/>
            <a:ext cx="3401568" cy="1444752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F8A45037-DD9A-9287-B37A-49CD4CC3CAFB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15866" y="-1"/>
            <a:ext cx="7397496" cy="6857999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165592" y="2084832"/>
            <a:ext cx="3401568" cy="4169664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6F5CC625-CD4F-F9C5-5E5D-05B78AE7CEE1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8165592" y="6318504"/>
            <a:ext cx="2333520" cy="365760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62B38A-33A6-F8AC-C9B9-FA400D29071B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10504406" y="6318504"/>
            <a:ext cx="1062754" cy="365760"/>
          </a:xfrm>
        </p:spPr>
        <p:txBody>
          <a:bodyPr/>
          <a:lstStyle/>
          <a:p>
            <a:fld id="{81AC3B39-0D1D-4C0E-BE8E-C570B18D6B3B}" type="datetime1">
              <a:rPr lang="en-US" smtClean="0"/>
              <a:t>5/11/2026</a:t>
            </a:fld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E5B1B358-15B5-2BEF-0B1B-0BC9F05FFA1A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293394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02920"/>
            <a:ext cx="3401568" cy="1444752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8" y="2084832"/>
            <a:ext cx="3401568" cy="4169664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648" y="6318504"/>
            <a:ext cx="1975502" cy="365760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588150" y="6318504"/>
            <a:ext cx="1014586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0780F3AB-C899-4854-A4A4-B2E20F203358}" type="datetime1">
              <a:rPr lang="en-US" smtClean="0"/>
              <a:t>5/11/2026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520440" y="6318504"/>
            <a:ext cx="493776" cy="365760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5A6D87B-55DF-483B-0AF7-E6F2B6041C80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802819" y="0"/>
            <a:ext cx="7265819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DCFD1FA7-C4E8-DE5C-3B9D-DCD115B6C3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2068638" y="0"/>
            <a:ext cx="123362" cy="6858000"/>
            <a:chOff x="12068638" y="0"/>
            <a:chExt cx="123362" cy="68580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4C133272-DC27-4D54-F532-D2039EAA5D95}"/>
                </a:ext>
              </a:extLst>
            </p:cNvPr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9C8420D-B6AB-D6E7-38A4-FFF30B404590}"/>
                </a:ext>
              </a:extLst>
            </p:cNvPr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55035914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65592" y="1008126"/>
            <a:ext cx="3401567" cy="1947672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F93A3E8A-C3F5-3D0B-FDE4-68B52DFE719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15866" y="0"/>
            <a:ext cx="7397496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E02754B6-EAB4-945C-FC4E-F8F7D453BC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0" y="0"/>
            <a:ext cx="123362" cy="6858000"/>
            <a:chOff x="12068638" y="0"/>
            <a:chExt cx="123362" cy="68580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699CF6F-40DA-4FCF-FBCF-9907CB96FB76}"/>
                </a:ext>
              </a:extLst>
            </p:cNvPr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47C8A1CA-3094-3344-5C05-30F5E18CD021}"/>
                </a:ext>
              </a:extLst>
            </p:cNvPr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165592" y="3099816"/>
            <a:ext cx="3401567" cy="3054096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228600" indent="0">
              <a:buNone/>
              <a:defRPr sz="14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8C8E1E-13A9-668C-1F5C-BC271E6A05CF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8165592" y="6318504"/>
            <a:ext cx="2331720" cy="365760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9BE2343-B677-7565-070B-CEED0B0D5463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10497312" y="6318504"/>
            <a:ext cx="1069847" cy="365760"/>
          </a:xfrm>
        </p:spPr>
        <p:txBody>
          <a:bodyPr/>
          <a:lstStyle/>
          <a:p>
            <a:fld id="{1095A040-388D-41D5-A09F-3EC1A1D097A8}" type="datetime1">
              <a:rPr lang="en-US" smtClean="0"/>
              <a:t>5/11/2026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94BC881-6669-50F2-64F2-57BD81A93BC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6976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4956312"/>
            <a:ext cx="3647839" cy="1420235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C17E7B2-E2F9-D41D-D140-E89E0C3F5B96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1"/>
            <a:ext cx="12192000" cy="4591025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7A6CD91D-B3A8-3626-F189-B9F77A315D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0" y="4591027"/>
            <a:ext cx="12198096" cy="123363"/>
            <a:chOff x="-5025" y="6737718"/>
            <a:chExt cx="12207200" cy="123363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6869147E-E51A-3B94-6CD8-EE629F879704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7DCD771F-7FFC-BCEC-B388-8883BD9CBC61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257800" y="4956312"/>
            <a:ext cx="6309360" cy="1420235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685800" indent="0">
              <a:buFont typeface="Arial" panose="020B0604020202020204" pitchFamily="34" charset="0"/>
              <a:buNone/>
              <a:defRPr sz="1400"/>
            </a:lvl4pPr>
            <a:lvl5pPr marL="914400" indent="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CB542C-378A-4AAF-83EE-A3767FF83605}" type="datetime1">
              <a:rPr lang="en-US" smtClean="0"/>
              <a:t>5/11/2026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498189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4093596"/>
            <a:ext cx="2953618" cy="2007912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B8FB154D-4A60-735B-FA5C-F17F96D0F7DD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12192000" cy="3700807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68555" y="4093596"/>
            <a:ext cx="7298605" cy="2289578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800"/>
            </a:lvl1pPr>
            <a:lvl2pPr marL="514350" indent="-285750">
              <a:buFont typeface="Arial" panose="020B0604020202020204" pitchFamily="34" charset="0"/>
              <a:buChar char="•"/>
              <a:defRPr sz="1600"/>
            </a:lvl2pPr>
            <a:lvl3pPr marL="742950" indent="-285750">
              <a:buFont typeface="Arial" panose="020B0604020202020204" pitchFamily="34" charset="0"/>
              <a:buChar char="•"/>
              <a:defRPr sz="1400"/>
            </a:lvl3pPr>
            <a:lvl4pPr marL="857250" indent="-171450">
              <a:buFont typeface="Arial" panose="020B0604020202020204" pitchFamily="34" charset="0"/>
              <a:buChar char="•"/>
              <a:defRPr sz="1400"/>
            </a:lvl4pPr>
            <a:lvl5pPr marL="1085850" indent="-171450">
              <a:buFont typeface="Arial" panose="020B0604020202020204" pitchFamily="34" charset="0"/>
              <a:buChar char="•"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3BD91724-58CE-FA68-1E24-9CD57621C129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9AA293A1-7F80-90D9-D8FF-27238ADD7956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16C6F251-EB74-4ADA-AD63-D85EC3A9D616}" type="datetime1">
              <a:rPr lang="en-US" smtClean="0"/>
              <a:t>5/11/2026</a:t>
            </a:fld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3B9AC797-2D9B-C7AC-550D-157FEDA3800D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171733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0333CDCF-1D03-5851-5ADE-6C229D9C93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2068638" y="0"/>
            <a:ext cx="123362" cy="6858000"/>
            <a:chOff x="12068638" y="0"/>
            <a:chExt cx="123362" cy="68580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436CADBC-4985-70E0-56BE-1C8385BBCBD0}"/>
                </a:ext>
              </a:extLst>
            </p:cNvPr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431B3299-F1D4-88B7-5B22-7D623606691F}"/>
                </a:ext>
              </a:extLst>
            </p:cNvPr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87978"/>
            <a:ext cx="10954512" cy="969264"/>
          </a:xfrm>
        </p:spPr>
        <p:txBody>
          <a:bodyPr anchor="ctr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65C3B04B-96C8-DA90-9593-3508CE34B4E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12648" y="1801367"/>
            <a:ext cx="7015248" cy="4489704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1897688-419F-6EB2-5CC1-DC14924E5FC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252735" y="1801367"/>
            <a:ext cx="3314425" cy="4489704"/>
          </a:xfrm>
        </p:spPr>
        <p:txBody>
          <a:bodyPr anchor="ctr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E02B3BF-7794-675C-7382-345519B43BE3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303468-1991-7CCF-2C67-0B5A3850BAD1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7305F46D-792E-48B7-9047-8A1672515077}" type="datetime1">
              <a:rPr lang="en-US" smtClean="0"/>
              <a:t>5/11/2026</a:t>
            </a:fld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AF75D71-C32E-4EF6-2C8E-B5F29DBF4D14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123871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F6287667-A4F8-6B7A-7C1E-415768F3B3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2068638" y="0"/>
            <a:ext cx="123362" cy="6858000"/>
            <a:chOff x="12068638" y="0"/>
            <a:chExt cx="123362" cy="685800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860F260A-40A1-ED4C-F5A8-F915D3BDB7F5}"/>
                </a:ext>
              </a:extLst>
            </p:cNvPr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879CD2C2-2541-1223-03B1-97955C134718}"/>
                </a:ext>
              </a:extLst>
            </p:cNvPr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02920"/>
            <a:ext cx="4669536" cy="1453896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5A7BF66-FFF1-E318-9AFE-331E011D59C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12648" y="2293938"/>
            <a:ext cx="4669536" cy="4024566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6000" y="502919"/>
            <a:ext cx="5471160" cy="5815585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F3134235-8D6E-735A-EBA0-BA533F60F020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9D2F68ED-5552-E109-B7F4-671217CABF2D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8B53D3FE-D727-4B50-874D-41D5E635B20A}" type="datetime1">
              <a:rPr lang="en-US" smtClean="0"/>
              <a:t>5/11/2026</a:t>
            </a:fld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573B9B49-4584-CFEF-738F-BE68D009CEA3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531499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B53C02DA-0C9D-12C9-42BB-CC4820B41C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0" y="6743026"/>
            <a:ext cx="12207200" cy="123363"/>
            <a:chOff x="-5025" y="6737718"/>
            <a:chExt cx="12207200" cy="123363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43680A20-A590-D755-5AA0-BAF1B1402907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B6CA06CF-7B14-32D2-2412-3434710512EF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02920"/>
            <a:ext cx="3645980" cy="1453896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5A7BF66-FFF1-E318-9AFE-331E011D59C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12648" y="2293938"/>
            <a:ext cx="3645980" cy="4024565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212227" y="502919"/>
            <a:ext cx="6354933" cy="581558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0BFB2EA8-AADE-E8CD-890F-EA9F9968B253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B8772B0-B493-B608-E389-35329DEF2016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FE942071-3A2D-4B86-82F9-428DB212BAF8}" type="datetime1">
              <a:rPr lang="en-US" smtClean="0"/>
              <a:t>5/11/2026</a:t>
            </a:fld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D854D38F-A697-A216-CCCB-0C1A9DCBD2FC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531296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0B93BC13-F3D8-0BDA-D1BF-7B8E455AC06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27362B5B-CACD-7203-74DE-7B0BBF7D69CE}"/>
              </a:ext>
            </a:extLst>
          </p:cNvPr>
          <p:cNvGrpSpPr/>
          <p:nvPr/>
        </p:nvGrpSpPr>
        <p:grpSpPr>
          <a:xfrm>
            <a:off x="-22276" y="-6922"/>
            <a:ext cx="12214276" cy="6869101"/>
            <a:chOff x="-22276" y="-6922"/>
            <a:chExt cx="12214276" cy="6869101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7D6A753B-AD01-7A7A-4F2D-C75592EC67B9}"/>
                </a:ext>
              </a:extLst>
            </p:cNvPr>
            <p:cNvSpPr/>
            <p:nvPr/>
          </p:nvSpPr>
          <p:spPr>
            <a:xfrm rot="5400000">
              <a:off x="2655863" y="-2678137"/>
              <a:ext cx="6857999" cy="12214275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93000">
                  <a:schemeClr val="accent5"/>
                </a:gs>
              </a:gsLst>
              <a:lin ang="4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 Light"/>
                <a:ea typeface="+mn-ea"/>
                <a:cs typeface="+mn-cs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33E82525-BA9A-AA08-8DF0-B77178C6BC45}"/>
                </a:ext>
              </a:extLst>
            </p:cNvPr>
            <p:cNvSpPr/>
            <p:nvPr/>
          </p:nvSpPr>
          <p:spPr>
            <a:xfrm rot="16200000">
              <a:off x="3197276" y="-2132545"/>
              <a:ext cx="6850175" cy="11139273"/>
            </a:xfrm>
            <a:prstGeom prst="rect">
              <a:avLst/>
            </a:prstGeom>
            <a:gradFill flip="none" rotWithShape="1">
              <a:gsLst>
                <a:gs pos="0">
                  <a:schemeClr val="accent5">
                    <a:lumMod val="75000"/>
                  </a:schemeClr>
                </a:gs>
                <a:gs pos="32000">
                  <a:schemeClr val="accent5">
                    <a:alpha val="0"/>
                  </a:schemeClr>
                </a:gs>
              </a:gsLst>
              <a:lin ang="198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 Light"/>
                <a:ea typeface="+mn-ea"/>
                <a:cs typeface="+mn-cs"/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0A4B5202-8712-82B4-1B42-E7E4336E8698}"/>
                </a:ext>
              </a:extLst>
            </p:cNvPr>
            <p:cNvSpPr/>
            <p:nvPr/>
          </p:nvSpPr>
          <p:spPr>
            <a:xfrm flipH="1">
              <a:off x="-22276" y="-6922"/>
              <a:ext cx="3849318" cy="6852919"/>
            </a:xfrm>
            <a:prstGeom prst="rect">
              <a:avLst/>
            </a:prstGeom>
            <a:gradFill>
              <a:gsLst>
                <a:gs pos="0">
                  <a:schemeClr val="accent5">
                    <a:lumMod val="75000"/>
                  </a:schemeClr>
                </a:gs>
                <a:gs pos="48000">
                  <a:schemeClr val="accent5">
                    <a:alpha val="0"/>
                  </a:schemeClr>
                </a:gs>
              </a:gsLst>
              <a:lin ang="11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 Light"/>
                <a:ea typeface="+mn-ea"/>
                <a:cs typeface="+mn-cs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D95172D8-9117-7FB7-2347-567B5663C5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rot="5400000">
              <a:off x="6189691" y="-743112"/>
              <a:ext cx="5263375" cy="6741243"/>
            </a:xfrm>
            <a:prstGeom prst="rect">
              <a:avLst/>
            </a:prstGeom>
            <a:gradFill flip="none" rotWithShape="1">
              <a:gsLst>
                <a:gs pos="2000">
                  <a:schemeClr val="accent5">
                    <a:lumMod val="60000"/>
                    <a:lumOff val="40000"/>
                    <a:alpha val="68000"/>
                  </a:schemeClr>
                </a:gs>
                <a:gs pos="48000">
                  <a:schemeClr val="accent5">
                    <a:lumMod val="60000"/>
                    <a:lumOff val="40000"/>
                    <a:alpha val="0"/>
                  </a:schemeClr>
                </a:gs>
              </a:gsLst>
              <a:lin ang="1800000" scaled="0"/>
              <a:tileRect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 Light"/>
                <a:ea typeface="+mn-ea"/>
                <a:cs typeface="+mn-cs"/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A13BB35F-4BB0-2BB5-FD14-127AFB0019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4928616"/>
            <a:ext cx="9912096" cy="1545336"/>
          </a:xfrm>
        </p:spPr>
        <p:txBody>
          <a:bodyPr anchor="t">
            <a:normAutofit/>
          </a:bodyPr>
          <a:lstStyle>
            <a:lvl1pPr algn="ctr">
              <a:lnSpc>
                <a:spcPct val="120000"/>
              </a:lnSpc>
              <a:defRPr sz="2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87C9CAD-F25A-225B-E7BA-4503FD713A4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30352" y="978408"/>
            <a:ext cx="11137392" cy="4114800"/>
          </a:xfrm>
        </p:spPr>
        <p:txBody>
          <a:bodyPr anchor="b">
            <a:normAutofit/>
          </a:bodyPr>
          <a:lstStyle>
            <a:lvl1pPr marL="0" indent="0" algn="ctr">
              <a:lnSpc>
                <a:spcPct val="90000"/>
              </a:lnSpc>
              <a:buNone/>
              <a:defRPr sz="27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1932224-E515-4E44-2832-0D5E94847CF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371D16-7052-CB51-10DB-659F8F77B25F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40D1012-6B36-4753-8153-E5F982239567}" type="datetime1">
              <a:rPr lang="en-US" smtClean="0"/>
              <a:t>5/11/2026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B132CC-C4B7-E2AF-5520-00C69FF376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3645157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Numb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3BB35F-4BB0-2BB5-FD14-127AFB0019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4718304"/>
            <a:ext cx="6281928" cy="135331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lnSpc>
                <a:spcPct val="120000"/>
              </a:lnSpc>
              <a:defRPr lang="en-US" sz="2800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87C9CAD-F25A-225B-E7BA-4503FD713A4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21208" y="786384"/>
            <a:ext cx="11155680" cy="4334256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27800" b="1" dirty="0">
                <a:gradFill>
                  <a:gsLst>
                    <a:gs pos="0">
                      <a:schemeClr val="accent2"/>
                    </a:gs>
                    <a:gs pos="100000">
                      <a:schemeClr val="accent5"/>
                    </a:gs>
                  </a:gsLst>
                  <a:lin ang="4200000" scaled="0"/>
                </a:gradFill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418D0173-56FC-C02C-32BA-73DB1BA380C4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02E2BBBB-FE25-456C-89E4-A0303F0273E5}" type="datetime1">
              <a:rPr lang="en-US" smtClean="0"/>
              <a:t>5/11/2026</a:t>
            </a:fld>
            <a:endParaRPr lang="en-US" dirty="0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06AFD340-D045-A82B-779A-CCE82B04A257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1B246833-56EB-2252-BAD6-8D369F55483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4141169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Numb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3BB35F-4BB0-2BB5-FD14-127AFB0019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4983480"/>
            <a:ext cx="6281928" cy="135331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lnSpc>
                <a:spcPct val="120000"/>
              </a:lnSpc>
              <a:defRPr lang="en-US" sz="2800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87C9CAD-F25A-225B-E7BA-4503FD713A4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57200" y="182880"/>
            <a:ext cx="11247120" cy="4974336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lnSpc>
                <a:spcPct val="90000"/>
              </a:lnSpc>
              <a:buNone/>
              <a:defRPr lang="en-US" sz="32500" b="1" dirty="0">
                <a:gradFill>
                  <a:gsLst>
                    <a:gs pos="0">
                      <a:schemeClr val="accent2"/>
                    </a:gs>
                    <a:gs pos="100000">
                      <a:schemeClr val="accent5"/>
                    </a:gs>
                  </a:gsLst>
                  <a:lin ang="4200000" scaled="0"/>
                </a:gradFill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418D0173-56FC-C02C-32BA-73DB1BA380C4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1315EE4B-219D-4799-AB8D-57B100451C5D}" type="datetime1">
              <a:rPr lang="en-US" smtClean="0"/>
              <a:t>5/11/2026</a:t>
            </a:fld>
            <a:endParaRPr lang="en-US" dirty="0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06AFD340-D045-A82B-779A-CCE82B04A257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1B246833-56EB-2252-BAD6-8D369F55483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1517841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630936"/>
            <a:ext cx="8266176" cy="5605272"/>
          </a:xfr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buNone/>
              <a:defRPr sz="5400" b="1">
                <a:gradFill>
                  <a:gsLst>
                    <a:gs pos="0">
                      <a:schemeClr val="accent2"/>
                    </a:gs>
                    <a:gs pos="100000">
                      <a:schemeClr val="accent5"/>
                    </a:gs>
                  </a:gsLst>
                  <a:lin ang="0" scaled="0"/>
                </a:gradFill>
              </a:defRPr>
            </a:lvl1pPr>
            <a:lvl2pPr marL="228600" indent="0">
              <a:lnSpc>
                <a:spcPct val="100000"/>
              </a:lnSpc>
              <a:buNone/>
              <a:defRPr sz="4800" b="1">
                <a:gradFill>
                  <a:gsLst>
                    <a:gs pos="0">
                      <a:schemeClr val="accent2"/>
                    </a:gs>
                    <a:gs pos="100000">
                      <a:schemeClr val="accent5"/>
                    </a:gs>
                  </a:gsLst>
                  <a:lin ang="0" scaled="0"/>
                </a:gradFill>
              </a:defRPr>
            </a:lvl2pPr>
            <a:lvl3pPr marL="457200" indent="0">
              <a:lnSpc>
                <a:spcPct val="100000"/>
              </a:lnSpc>
              <a:buNone/>
              <a:defRPr sz="4400" b="1">
                <a:gradFill>
                  <a:gsLst>
                    <a:gs pos="0">
                      <a:schemeClr val="accent2"/>
                    </a:gs>
                    <a:gs pos="100000">
                      <a:schemeClr val="accent5"/>
                    </a:gs>
                  </a:gsLst>
                  <a:lin ang="0" scaled="0"/>
                </a:gradFill>
              </a:defRPr>
            </a:lvl3pPr>
            <a:lvl4pPr marL="685800" indent="0">
              <a:lnSpc>
                <a:spcPct val="100000"/>
              </a:lnSpc>
              <a:buNone/>
              <a:defRPr sz="4000" b="1">
                <a:gradFill>
                  <a:gsLst>
                    <a:gs pos="0">
                      <a:schemeClr val="accent2"/>
                    </a:gs>
                    <a:gs pos="100000">
                      <a:schemeClr val="accent5"/>
                    </a:gs>
                  </a:gsLst>
                  <a:lin ang="0" scaled="0"/>
                </a:gradFill>
              </a:defRPr>
            </a:lvl4pPr>
            <a:lvl5pPr marL="914400" indent="0">
              <a:lnSpc>
                <a:spcPct val="100000"/>
              </a:lnSpc>
              <a:buNone/>
              <a:defRPr sz="3600" b="1">
                <a:gradFill>
                  <a:gsLst>
                    <a:gs pos="0">
                      <a:schemeClr val="accent2"/>
                    </a:gs>
                    <a:gs pos="100000">
                      <a:schemeClr val="accent5"/>
                    </a:gs>
                  </a:gsLst>
                  <a:lin ang="0" scaled="0"/>
                </a:gradFill>
              </a:defRPr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E9E314-CB58-F3CE-7C32-D6103621A2D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E9E12D21-0607-5120-F81C-6E1DA0652CF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6499AFF4-C109-45E7-87CB-3A41EC6C3342}" type="datetime1">
              <a:rPr lang="en-US" smtClean="0"/>
              <a:t>5/11/2026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0A1B35F-4D88-6EA9-8D55-4133CD961AF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3888106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tatement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791C0A04-3BC7-B88E-3974-2A73D0A107E7}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B07991EE-474F-899B-8FEF-F82B3E5BDF10}"/>
              </a:ext>
            </a:extLst>
          </p:cNvPr>
          <p:cNvGrpSpPr/>
          <p:nvPr/>
        </p:nvGrpSpPr>
        <p:grpSpPr>
          <a:xfrm>
            <a:off x="-7285" y="-6922"/>
            <a:ext cx="12199285" cy="6869101"/>
            <a:chOff x="-22275" y="-6922"/>
            <a:chExt cx="12214275" cy="6869101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19D5B255-8277-F118-03CD-8BAE19E8D68B}"/>
                </a:ext>
              </a:extLst>
            </p:cNvPr>
            <p:cNvSpPr/>
            <p:nvPr/>
          </p:nvSpPr>
          <p:spPr>
            <a:xfrm rot="5400000">
              <a:off x="2655863" y="-2678137"/>
              <a:ext cx="6857999" cy="12214275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93000">
                  <a:schemeClr val="accent5"/>
                </a:gs>
              </a:gsLst>
              <a:lin ang="4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 Light"/>
                <a:ea typeface="+mn-ea"/>
                <a:cs typeface="+mn-cs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2E8FF695-246F-077D-F2C8-36B38501750D}"/>
                </a:ext>
              </a:extLst>
            </p:cNvPr>
            <p:cNvSpPr/>
            <p:nvPr/>
          </p:nvSpPr>
          <p:spPr>
            <a:xfrm rot="16200000">
              <a:off x="3197276" y="-2132545"/>
              <a:ext cx="6850175" cy="11139273"/>
            </a:xfrm>
            <a:prstGeom prst="rect">
              <a:avLst/>
            </a:prstGeom>
            <a:gradFill flip="none" rotWithShape="1">
              <a:gsLst>
                <a:gs pos="0">
                  <a:schemeClr val="accent5">
                    <a:lumMod val="75000"/>
                  </a:schemeClr>
                </a:gs>
                <a:gs pos="32000">
                  <a:schemeClr val="accent5">
                    <a:alpha val="0"/>
                  </a:schemeClr>
                </a:gs>
              </a:gsLst>
              <a:lin ang="198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 Light"/>
                <a:ea typeface="+mn-ea"/>
                <a:cs typeface="+mn-cs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1DB72F2E-896E-2C27-7B7B-07C3BA02B78E}"/>
                </a:ext>
              </a:extLst>
            </p:cNvPr>
            <p:cNvSpPr/>
            <p:nvPr/>
          </p:nvSpPr>
          <p:spPr>
            <a:xfrm flipH="1">
              <a:off x="-14981" y="-6922"/>
              <a:ext cx="3836566" cy="6852919"/>
            </a:xfrm>
            <a:prstGeom prst="rect">
              <a:avLst/>
            </a:prstGeom>
            <a:gradFill>
              <a:gsLst>
                <a:gs pos="0">
                  <a:schemeClr val="accent5">
                    <a:lumMod val="75000"/>
                  </a:schemeClr>
                </a:gs>
                <a:gs pos="48000">
                  <a:schemeClr val="accent5">
                    <a:alpha val="0"/>
                  </a:schemeClr>
                </a:gs>
              </a:gsLst>
              <a:lin ang="11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 Light"/>
                <a:ea typeface="+mn-ea"/>
                <a:cs typeface="+mn-cs"/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9522BC71-28C2-81D8-FB44-31BC493BBF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rot="5400000">
              <a:off x="6189691" y="-743112"/>
              <a:ext cx="5263375" cy="6741243"/>
            </a:xfrm>
            <a:prstGeom prst="rect">
              <a:avLst/>
            </a:prstGeom>
            <a:gradFill flip="none" rotWithShape="1">
              <a:gsLst>
                <a:gs pos="2000">
                  <a:schemeClr val="accent5">
                    <a:lumMod val="60000"/>
                    <a:lumOff val="40000"/>
                    <a:alpha val="68000"/>
                  </a:schemeClr>
                </a:gs>
                <a:gs pos="48000">
                  <a:schemeClr val="accent5">
                    <a:lumMod val="60000"/>
                    <a:lumOff val="40000"/>
                    <a:alpha val="0"/>
                  </a:schemeClr>
                </a:gs>
              </a:gsLst>
              <a:lin ang="1800000" scaled="0"/>
              <a:tileRect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 Light"/>
                <a:ea typeface="+mn-ea"/>
                <a:cs typeface="+mn-cs"/>
              </a:endParaRP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83681088-8C72-D3AA-E951-F32AA4318F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-8784" y="6739061"/>
            <a:ext cx="12207240" cy="137160"/>
            <a:chOff x="-5025" y="6737718"/>
            <a:chExt cx="12207200" cy="123363"/>
          </a:xfrm>
          <a:solidFill>
            <a:schemeClr val="tx1"/>
          </a:solidFill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923FCCF6-A9CE-8C06-A018-3526E4B210A6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4641A033-DCF1-2B2E-7479-E074B140FA8C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83F83B6E-95ED-1D70-2F6E-8299525C04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2068636" y="0"/>
            <a:ext cx="137160" cy="6858000"/>
            <a:chOff x="12068638" y="0"/>
            <a:chExt cx="123362" cy="6858000"/>
          </a:xfrm>
          <a:solidFill>
            <a:schemeClr val="tx1"/>
          </a:solidFill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A1F59BE4-AC2E-2AB9-FE80-40CAF77CA798}"/>
                </a:ext>
              </a:extLst>
            </p:cNvPr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701C2DAC-E593-02EE-C7E4-01B9BAA443C6}"/>
                </a:ext>
              </a:extLst>
            </p:cNvPr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548640"/>
            <a:ext cx="7680960" cy="5605272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5600" b="1">
                <a:solidFill>
                  <a:schemeClr val="bg1"/>
                </a:solidFill>
              </a:defRPr>
            </a:lvl1pPr>
            <a:lvl2pPr marL="228600" indent="0">
              <a:lnSpc>
                <a:spcPct val="100000"/>
              </a:lnSpc>
              <a:buNone/>
              <a:defRPr sz="5600" b="1">
                <a:solidFill>
                  <a:schemeClr val="bg1"/>
                </a:solidFill>
              </a:defRPr>
            </a:lvl2pPr>
            <a:lvl3pPr marL="457200" indent="0">
              <a:lnSpc>
                <a:spcPct val="100000"/>
              </a:lnSpc>
              <a:buNone/>
              <a:defRPr sz="5600" b="1">
                <a:solidFill>
                  <a:schemeClr val="bg1"/>
                </a:solidFill>
              </a:defRPr>
            </a:lvl3pPr>
            <a:lvl4pPr marL="685800" indent="0">
              <a:lnSpc>
                <a:spcPct val="100000"/>
              </a:lnSpc>
              <a:buNone/>
              <a:defRPr sz="5600" b="1">
                <a:solidFill>
                  <a:schemeClr val="bg1"/>
                </a:solidFill>
              </a:defRPr>
            </a:lvl4pPr>
            <a:lvl5pPr marL="914400" indent="0">
              <a:lnSpc>
                <a:spcPct val="100000"/>
              </a:lnSpc>
              <a:buNone/>
              <a:defRPr sz="56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132871A2-A450-61EB-7368-98B251F1549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7CA33720-A04E-18B6-251B-16C80085F29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0AFEFF9-BDF1-4CFA-B535-0413D62BE29A}" type="datetime1">
              <a:rPr lang="en-US" smtClean="0"/>
              <a:t>5/11/2026</a:t>
            </a:fld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AC245A2E-4B49-CED7-ADDF-6624BCC88DD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784784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6323AF82-B640-17D0-AC4B-55F4EDF5C4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0" y="0"/>
            <a:ext cx="123362" cy="6858000"/>
            <a:chOff x="12068638" y="0"/>
            <a:chExt cx="123362" cy="685800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2DA5C8EA-7A6C-8AC0-78D1-F538329B41B8}"/>
                </a:ext>
              </a:extLst>
            </p:cNvPr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FF2FAD3C-DB75-D855-489D-B09F992EA0E9}"/>
                </a:ext>
              </a:extLst>
            </p:cNvPr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FB287CE5-00A5-FA1D-EB2D-E5CFD27420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12357" y="6746828"/>
            <a:ext cx="12188952" cy="123363"/>
            <a:chOff x="-5025" y="6737718"/>
            <a:chExt cx="12207200" cy="123363"/>
          </a:xfrm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12C43EBD-E088-A3CD-FCDE-E6ED8F87D148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AD88F00F-9D01-378E-377E-26B543D2FA77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882175" y="751366"/>
            <a:ext cx="8353433" cy="5402545"/>
          </a:xfr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buNone/>
              <a:defRPr sz="4800" b="1">
                <a:gradFill>
                  <a:gsLst>
                    <a:gs pos="0">
                      <a:schemeClr val="accent5"/>
                    </a:gs>
                    <a:gs pos="90000">
                      <a:schemeClr val="accent2"/>
                    </a:gs>
                  </a:gsLst>
                  <a:lin ang="9600000" scaled="0"/>
                </a:gradFill>
              </a:defRPr>
            </a:lvl1pPr>
            <a:lvl2pPr marL="228600" indent="0">
              <a:lnSpc>
                <a:spcPct val="100000"/>
              </a:lnSpc>
              <a:buNone/>
              <a:defRPr sz="4800" b="1">
                <a:gradFill>
                  <a:gsLst>
                    <a:gs pos="0">
                      <a:schemeClr val="accent5"/>
                    </a:gs>
                    <a:gs pos="90000">
                      <a:schemeClr val="accent2"/>
                    </a:gs>
                  </a:gsLst>
                  <a:lin ang="9600000" scaled="0"/>
                </a:gradFill>
              </a:defRPr>
            </a:lvl2pPr>
            <a:lvl3pPr marL="457200" indent="0">
              <a:lnSpc>
                <a:spcPct val="100000"/>
              </a:lnSpc>
              <a:buNone/>
              <a:defRPr sz="4800" b="1">
                <a:gradFill>
                  <a:gsLst>
                    <a:gs pos="0">
                      <a:schemeClr val="accent5"/>
                    </a:gs>
                    <a:gs pos="90000">
                      <a:schemeClr val="accent2"/>
                    </a:gs>
                  </a:gsLst>
                  <a:lin ang="9600000" scaled="0"/>
                </a:gradFill>
              </a:defRPr>
            </a:lvl3pPr>
            <a:lvl4pPr marL="685800" indent="0">
              <a:lnSpc>
                <a:spcPct val="100000"/>
              </a:lnSpc>
              <a:buNone/>
              <a:defRPr sz="4800" b="1">
                <a:gradFill>
                  <a:gsLst>
                    <a:gs pos="0">
                      <a:schemeClr val="accent5"/>
                    </a:gs>
                    <a:gs pos="90000">
                      <a:schemeClr val="accent2"/>
                    </a:gs>
                  </a:gsLst>
                  <a:lin ang="9600000" scaled="0"/>
                </a:gradFill>
              </a:defRPr>
            </a:lvl4pPr>
            <a:lvl5pPr marL="914400" indent="0">
              <a:lnSpc>
                <a:spcPct val="100000"/>
              </a:lnSpc>
              <a:buNone/>
              <a:defRPr sz="4800" b="1">
                <a:gradFill>
                  <a:gsLst>
                    <a:gs pos="0">
                      <a:schemeClr val="accent5"/>
                    </a:gs>
                    <a:gs pos="90000">
                      <a:schemeClr val="accent2"/>
                    </a:gs>
                  </a:gsLst>
                  <a:lin ang="9600000" scaled="0"/>
                </a:gradFill>
              </a:defRPr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132871A2-A450-61EB-7368-98B251F1549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7CA33720-A04E-18B6-251B-16C80085F29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6E761A50-B070-4EAD-9EB9-92E4929324E7}" type="datetime1">
              <a:rPr lang="en-US" smtClean="0"/>
              <a:t>5/11/2026</a:t>
            </a:fld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AC245A2E-4B49-CED7-ADDF-6624BCC88DD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345494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DF72D5-B6AC-3F01-D0B7-E4B24906CC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45920" y="5203004"/>
            <a:ext cx="9052560" cy="557784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2400" b="1">
                <a:gradFill>
                  <a:gsLst>
                    <a:gs pos="0">
                      <a:schemeClr val="accent5"/>
                    </a:gs>
                    <a:gs pos="90000">
                      <a:schemeClr val="accent2"/>
                    </a:gs>
                  </a:gsLst>
                  <a:lin ang="9600000" scaled="0"/>
                </a:gra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0A93000-1238-849C-EADD-03910EE27D6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99616" y="1795462"/>
            <a:ext cx="9198864" cy="2871216"/>
          </a:xfrm>
        </p:spPr>
        <p:txBody>
          <a:bodyPr anchor="ctr">
            <a:normAutofit/>
          </a:bodyPr>
          <a:lstStyle>
            <a:lvl1pPr marL="137160" indent="-137160">
              <a:lnSpc>
                <a:spcPct val="100000"/>
              </a:lnSpc>
              <a:buNone/>
              <a:defRPr sz="4400"/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26C0B63-D720-7E4B-EF47-C094EDA300A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091BBB-CF16-BAC6-4881-2B122B945B8A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9A1CBA35-F376-4C5F-B8C5-4C103617FD91}" type="datetime1">
              <a:rPr lang="en-US" smtClean="0"/>
              <a:t>5/11/2026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8C42D5-A475-3C08-9471-C59B3A49C8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0931072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FD93FB6C-5982-EAFA-94FA-F06EABA0EC3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948F732B-25DE-1819-DB0A-266B26703011}"/>
              </a:ext>
            </a:extLst>
          </p:cNvPr>
          <p:cNvGrpSpPr/>
          <p:nvPr/>
        </p:nvGrpSpPr>
        <p:grpSpPr>
          <a:xfrm>
            <a:off x="807326" y="778051"/>
            <a:ext cx="10577346" cy="5314435"/>
            <a:chOff x="807326" y="778051"/>
            <a:chExt cx="10577346" cy="5314435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70BBD41E-DAB9-A564-3A2B-295B7AE87C42}"/>
                </a:ext>
              </a:extLst>
            </p:cNvPr>
            <p:cNvSpPr/>
            <p:nvPr/>
          </p:nvSpPr>
          <p:spPr>
            <a:xfrm rot="5400000" flipH="1">
              <a:off x="3438786" y="-1853401"/>
              <a:ext cx="5314432" cy="10577340"/>
            </a:xfrm>
            <a:prstGeom prst="rect">
              <a:avLst/>
            </a:prstGeom>
            <a:gradFill>
              <a:gsLst>
                <a:gs pos="0">
                  <a:schemeClr val="accent2">
                    <a:alpha val="78000"/>
                  </a:schemeClr>
                </a:gs>
                <a:gs pos="93000">
                  <a:schemeClr val="accent5">
                    <a:alpha val="85000"/>
                  </a:schemeClr>
                </a:gs>
              </a:gsLst>
              <a:lin ang="4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B54A4391-9FDD-C033-0A4D-647A73420405}"/>
                </a:ext>
              </a:extLst>
            </p:cNvPr>
            <p:cNvSpPr/>
            <p:nvPr/>
          </p:nvSpPr>
          <p:spPr>
            <a:xfrm rot="16200000" flipH="1">
              <a:off x="3445177" y="-1846407"/>
              <a:ext cx="5314435" cy="10563352"/>
            </a:xfrm>
            <a:prstGeom prst="rect">
              <a:avLst/>
            </a:prstGeom>
            <a:gradFill flip="none" rotWithShape="1">
              <a:gsLst>
                <a:gs pos="0">
                  <a:schemeClr val="accent5">
                    <a:alpha val="79000"/>
                  </a:schemeClr>
                </a:gs>
                <a:gs pos="32000">
                  <a:schemeClr val="accent5">
                    <a:alpha val="0"/>
                  </a:schemeClr>
                </a:gs>
              </a:gsLst>
              <a:lin ang="210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0290101F-E74A-5C0F-8CC5-E0B5E3DC0E24}"/>
                </a:ext>
              </a:extLst>
            </p:cNvPr>
            <p:cNvSpPr/>
            <p:nvPr/>
          </p:nvSpPr>
          <p:spPr>
            <a:xfrm rot="10800000">
              <a:off x="807326" y="778051"/>
              <a:ext cx="3333441" cy="5308369"/>
            </a:xfrm>
            <a:prstGeom prst="rect">
              <a:avLst/>
            </a:prstGeom>
            <a:gradFill>
              <a:gsLst>
                <a:gs pos="0">
                  <a:schemeClr val="accent5">
                    <a:lumMod val="75000"/>
                  </a:schemeClr>
                </a:gs>
                <a:gs pos="48000">
                  <a:schemeClr val="accent5">
                    <a:alpha val="0"/>
                  </a:schemeClr>
                </a:gs>
              </a:gsLst>
              <a:lin ang="11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338E2756-2591-1046-1B67-C9DEEDDCB8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rot="5400000" flipH="1">
              <a:off x="4205050" y="-1083744"/>
              <a:ext cx="4078718" cy="10273742"/>
            </a:xfrm>
            <a:prstGeom prst="rect">
              <a:avLst/>
            </a:prstGeom>
            <a:gradFill flip="none" rotWithShape="1">
              <a:gsLst>
                <a:gs pos="2000">
                  <a:schemeClr val="accent5">
                    <a:lumMod val="60000"/>
                    <a:lumOff val="40000"/>
                    <a:alpha val="68000"/>
                  </a:schemeClr>
                </a:gs>
                <a:gs pos="26000">
                  <a:schemeClr val="accent5">
                    <a:lumMod val="60000"/>
                    <a:lumOff val="40000"/>
                    <a:alpha val="0"/>
                  </a:schemeClr>
                </a:gs>
              </a:gsLst>
              <a:lin ang="1800000" scaled="0"/>
              <a:tileRect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0DDF72D5-B6AC-3F01-D0B7-E4B24906CC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01368" y="5120640"/>
            <a:ext cx="8549640" cy="621792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18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0A93000-1238-849C-EADD-03910EE27D6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655064" y="1965960"/>
            <a:ext cx="8695944" cy="2331720"/>
          </a:xfrm>
        </p:spPr>
        <p:txBody>
          <a:bodyPr anchor="ctr">
            <a:normAutofit/>
          </a:bodyPr>
          <a:lstStyle>
            <a:lvl1pPr marL="137160" indent="-137160">
              <a:lnSpc>
                <a:spcPct val="100000"/>
              </a:lnSpc>
              <a:buNone/>
              <a:defRPr sz="3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26C0B63-D720-7E4B-EF47-C094EDA300A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091BBB-CF16-BAC6-4881-2B122B945B8A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BA89D600-DCDC-4EC3-BDD3-052C2836DAF2}" type="datetime1">
              <a:rPr lang="en-US" smtClean="0"/>
              <a:t>5/11/2026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8C42D5-A475-3C08-9471-C59B3A49C8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5433250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93D49479-B594-DDBA-C16A-3A98635C8A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2068638" y="0"/>
            <a:ext cx="123362" cy="6858000"/>
            <a:chOff x="12068638" y="0"/>
            <a:chExt cx="123362" cy="6858000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0E065CA7-C91C-8C4F-CD30-E6DB950A620B}"/>
                </a:ext>
              </a:extLst>
            </p:cNvPr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ADCDB482-1274-EA4E-11EA-FDB308F1540E}"/>
                </a:ext>
              </a:extLst>
            </p:cNvPr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8FAEF3D1-EB50-234E-F0C0-5C4E6FB699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-1091" y="0"/>
            <a:ext cx="12188952" cy="123363"/>
            <a:chOff x="-5025" y="6737718"/>
            <a:chExt cx="12207200" cy="123363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5B35CE4F-16F9-575C-78CA-4F076F0C3D1F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FD59711A-5559-82B6-B156-35D79618FF56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0DDF72D5-B6AC-3F01-D0B7-E4B24906CC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79836" y="5192776"/>
            <a:ext cx="8494776" cy="621792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1800" b="1">
                <a:gradFill>
                  <a:gsLst>
                    <a:gs pos="0">
                      <a:schemeClr val="accent2"/>
                    </a:gs>
                    <a:gs pos="90000">
                      <a:schemeClr val="accent5"/>
                    </a:gs>
                  </a:gsLst>
                  <a:lin ang="9600000" scaled="0"/>
                </a:gra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0A93000-1238-849C-EADD-03910EE27D6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233532" y="1792224"/>
            <a:ext cx="8641080" cy="2871216"/>
          </a:xfrm>
        </p:spPr>
        <p:txBody>
          <a:bodyPr anchor="ctr">
            <a:normAutofit/>
          </a:bodyPr>
          <a:lstStyle>
            <a:lvl1pPr marL="137160" indent="-137160">
              <a:lnSpc>
                <a:spcPct val="100000"/>
              </a:lnSpc>
              <a:buNone/>
              <a:defRPr sz="3600">
                <a:gradFill>
                  <a:gsLst>
                    <a:gs pos="0">
                      <a:schemeClr val="accent2"/>
                    </a:gs>
                    <a:gs pos="90000">
                      <a:schemeClr val="accent5"/>
                    </a:gs>
                  </a:gsLst>
                  <a:lin ang="9600000" scaled="0"/>
                </a:gradFill>
              </a:defRPr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26C0B63-D720-7E4B-EF47-C094EDA300A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091BBB-CF16-BAC6-4881-2B122B945B8A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3ADB2DB3-0A08-4E5B-8BB6-A488CF1C042F}" type="datetime1">
              <a:rPr lang="en-US" smtClean="0"/>
              <a:t>5/11/2026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8C42D5-A475-3C08-9471-C59B3A49C8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03137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0B646A9-91B4-D2CF-8B72-68E668219C00}"/>
              </a:ext>
            </a:extLst>
          </p:cNvPr>
          <p:cNvSpPr/>
          <p:nvPr/>
        </p:nvSpPr>
        <p:spPr>
          <a:xfrm rot="5400000" flipH="1">
            <a:off x="5175902" y="-5175894"/>
            <a:ext cx="1855397" cy="12207199"/>
          </a:xfrm>
          <a:prstGeom prst="rect">
            <a:avLst/>
          </a:prstGeom>
          <a:gradFill>
            <a:gsLst>
              <a:gs pos="0">
                <a:schemeClr val="accent5"/>
              </a:gs>
              <a:gs pos="90000">
                <a:schemeClr val="accent2"/>
              </a:gs>
            </a:gsLst>
            <a:lin ang="9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02920"/>
            <a:ext cx="10954512" cy="119786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A7BFCD9-16A4-5745-7BB3-7836095FF16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12648" y="2133600"/>
            <a:ext cx="5166360" cy="418490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30EDC57-7D17-D4C8-5C60-A44A480EA99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400800" y="2128115"/>
            <a:ext cx="5166360" cy="4190389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92A082C-5D4A-4A20-87E3-9906B5F3BAF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l"/>
            <a:r>
              <a:rPr lang="en-US"/>
              <a:t>Sample Footer Text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C2184DE-1D38-B3AE-D560-557B3726B547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7A329DD1-6F17-4170-B2B1-1A76C32D62A1}" type="datetime1">
              <a:rPr lang="en-US" smtClean="0"/>
              <a:t>5/11/2026</a:t>
            </a:fld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D66BE47-AC20-1061-07AD-89A41D02F48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3500086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C704A21-3725-4536-B210-EAED58DE1544}"/>
              </a:ext>
            </a:extLst>
          </p:cNvPr>
          <p:cNvSpPr/>
          <p:nvPr/>
        </p:nvSpPr>
        <p:spPr>
          <a:xfrm rot="5400000" flipH="1">
            <a:off x="5175902" y="-5175894"/>
            <a:ext cx="1855397" cy="12207199"/>
          </a:xfrm>
          <a:prstGeom prst="rect">
            <a:avLst/>
          </a:prstGeom>
          <a:gradFill>
            <a:gsLst>
              <a:gs pos="0">
                <a:schemeClr val="accent5"/>
              </a:gs>
              <a:gs pos="90000">
                <a:schemeClr val="accent2"/>
              </a:gs>
            </a:gsLst>
            <a:lin ang="9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02920"/>
            <a:ext cx="10953750" cy="119786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8" y="2128111"/>
            <a:ext cx="5166360" cy="484632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400" b="0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7B5BB1DC-4DAA-D220-25A9-5752C158FDD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12648" y="2722893"/>
            <a:ext cx="5166360" cy="3595611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00800" y="2128109"/>
            <a:ext cx="5166360" cy="484633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400" b="0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BAB67A04-5E8D-18C5-D47A-A5B5CFE568A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400038" y="2722893"/>
            <a:ext cx="5166360" cy="3595611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669AB3-1083-59C6-B9F8-A35C0D40661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l"/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D0645D-C128-9FF0-2E8B-D2E3E34687DA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BA7E6053-DA33-4DC9-86BB-0E52E5EB5B56}" type="datetime1">
              <a:rPr lang="en-US" smtClean="0"/>
              <a:t>5/11/2026</a:t>
            </a:fld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CC6DDA88-C058-DDD5-F19B-8B5E7B86C68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377036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72CE4D-D83F-44D4-ACB0-A88A6B9DB4F7}" type="datetime1">
              <a:rPr lang="en-US" smtClean="0"/>
              <a:t>5/11/2026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9133862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62F981-1EE1-49F5-B605-4EA23F0307AC}" type="datetime1">
              <a:rPr lang="en-US" smtClean="0"/>
              <a:t>5/11/2026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4895186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36BE0305-2234-39DE-EC35-B6881018EC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0" y="6743026"/>
            <a:ext cx="12207200" cy="123363"/>
            <a:chOff x="-5025" y="6737718"/>
            <a:chExt cx="12207200" cy="123363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BEBF17BE-BA15-771A-79F4-91B4C5C752FB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679ADE0D-3A86-F364-6B2A-F373A75E29AE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02920"/>
            <a:ext cx="3595634" cy="1808201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8" y="2311121"/>
            <a:ext cx="3309608" cy="3993263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83299" y="502920"/>
            <a:ext cx="6283861" cy="5803262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B6493B-A447-4205-AC2D-AE2DEDAE4E3B}" type="datetime1">
              <a:rPr lang="en-US" smtClean="0"/>
              <a:t>5/11/2026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7885466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>
            <a:extLst>
              <a:ext uri="{FF2B5EF4-FFF2-40B4-BE49-F238E27FC236}">
                <a16:creationId xmlns:a16="http://schemas.microsoft.com/office/drawing/2014/main" id="{D02923E9-478C-95DE-C678-A683A36F53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0" y="6743026"/>
            <a:ext cx="12207200" cy="123363"/>
            <a:chOff x="-5025" y="6737718"/>
            <a:chExt cx="12207200" cy="123363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43DD8A0F-EB40-1201-2A23-685958AC5DF6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9B912E4F-3FBB-39E4-2EA2-BA0D8858A74D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02920"/>
            <a:ext cx="3713996" cy="2247200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8" y="2826137"/>
            <a:ext cx="3310128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4" name="Footer Placeholder 23">
            <a:extLst>
              <a:ext uri="{FF2B5EF4-FFF2-40B4-BE49-F238E27FC236}">
                <a16:creationId xmlns:a16="http://schemas.microsoft.com/office/drawing/2014/main" id="{861F92C4-9651-789C-0B22-E6343EE25C7A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6CCD178F-4127-FE67-2F5D-0F1CE788439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153978" y="342016"/>
            <a:ext cx="6413182" cy="5976487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23" name="Date Placeholder 22">
            <a:extLst>
              <a:ext uri="{FF2B5EF4-FFF2-40B4-BE49-F238E27FC236}">
                <a16:creationId xmlns:a16="http://schemas.microsoft.com/office/drawing/2014/main" id="{8ACB14E1-4D3B-B55C-4791-64F774AC361F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1F9A354F-9C13-4261-9BA4-DD76051C2429}" type="datetime1">
              <a:rPr lang="en-US" smtClean="0"/>
              <a:t>5/11/2026</a:t>
            </a:fld>
            <a:endParaRPr lang="en-US" dirty="0"/>
          </a:p>
        </p:txBody>
      </p:sp>
      <p:sp>
        <p:nvSpPr>
          <p:cNvPr id="25" name="Slide Number Placeholder 24">
            <a:extLst>
              <a:ext uri="{FF2B5EF4-FFF2-40B4-BE49-F238E27FC236}">
                <a16:creationId xmlns:a16="http://schemas.microsoft.com/office/drawing/2014/main" id="{E55DAD34-8521-F119-F985-ABFBDD34003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5143534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F0AE463B-60C7-F01E-97F6-1486FB41D2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0" y="6743026"/>
            <a:ext cx="12207200" cy="123363"/>
            <a:chOff x="-5025" y="6737718"/>
            <a:chExt cx="12207200" cy="123363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EF94E48A-D751-8593-5D71-0683866A2404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355092F9-8C9B-4865-CB0E-EFD550A28ED3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40080"/>
            <a:ext cx="10890373" cy="1463040"/>
          </a:xfrm>
        </p:spPr>
        <p:txBody>
          <a:bodyPr anchor="t">
            <a:normAutofit/>
          </a:bodyPr>
          <a:lstStyle>
            <a:lvl1pPr>
              <a:defRPr sz="6000">
                <a:gradFill>
                  <a:gsLst>
                    <a:gs pos="0">
                      <a:schemeClr val="accent2"/>
                    </a:gs>
                    <a:gs pos="100000">
                      <a:schemeClr val="accent5"/>
                    </a:gs>
                  </a:gsLst>
                  <a:lin ang="4200000" scaled="0"/>
                </a:gra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648" y="3483864"/>
            <a:ext cx="10890374" cy="2834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7F5585-231E-4B46-143C-086AE5C56D2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52CF0D-DCF6-2401-8AD6-ED12BCF0D0F7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D3A9CD26-23FE-488A-AF3B-5DDE99301C10}" type="datetime1">
              <a:rPr lang="en-US" smtClean="0"/>
              <a:t>5/11/2026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CE8D9E-59BD-DBC5-F43C-8A6A21AE2F1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093082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1627318"/>
            <a:ext cx="8430768" cy="1842020"/>
          </a:xfrm>
        </p:spPr>
        <p:txBody>
          <a:bodyPr anchor="b">
            <a:normAutofit/>
          </a:bodyPr>
          <a:lstStyle>
            <a:lvl1pPr>
              <a:defRPr sz="6000">
                <a:gradFill>
                  <a:gsLst>
                    <a:gs pos="0">
                      <a:schemeClr val="accent2"/>
                    </a:gs>
                    <a:gs pos="100000">
                      <a:schemeClr val="accent5"/>
                    </a:gs>
                  </a:gsLst>
                  <a:lin ang="4200000" scaled="0"/>
                </a:gra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8" y="3622673"/>
            <a:ext cx="8430768" cy="1609344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2200" dirty="0"/>
            </a:lvl1pPr>
            <a:lvl2pPr marL="228600" indent="0">
              <a:buNone/>
              <a:defRPr lang="en-US" sz="1800" dirty="0"/>
            </a:lvl2pPr>
            <a:lvl3pPr marL="457200" indent="0">
              <a:buNone/>
              <a:defRPr lang="en-US" sz="1600" dirty="0"/>
            </a:lvl3pPr>
            <a:lvl4pPr marL="685800" indent="0">
              <a:buNone/>
              <a:defRPr lang="en-US" sz="1400" dirty="0"/>
            </a:lvl4pPr>
            <a:lvl5pPr marL="914400" indent="0">
              <a:buNone/>
              <a:defRPr lang="en-US" sz="1400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664FAF8-D2CD-617D-EEE4-AFE7E979984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l"/>
            <a:r>
              <a:rPr lang="en-US" dirty="0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CAECC89-C65D-CAD6-3F7F-24F67D81DCF1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CC67263D-2536-4E2E-A4D6-BA89E45F00B0}" type="datetime1">
              <a:rPr lang="en-US" smtClean="0"/>
              <a:t>5/11/2026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0DB779D-8A81-935C-F850-6C0DCAD5E6D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106604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02920"/>
            <a:ext cx="10954512" cy="119786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8" y="1801368"/>
            <a:ext cx="10954512" cy="44805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12648" y="6318504"/>
            <a:ext cx="4096512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5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430768" y="6318504"/>
            <a:ext cx="3136392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50">
                <a:solidFill>
                  <a:schemeClr val="tx1"/>
                </a:solidFill>
              </a:defRPr>
            </a:lvl1pPr>
          </a:lstStyle>
          <a:p>
            <a:fld id="{FD1C4689-B28D-4D3C-8B05-9ABB967E2A3E}" type="datetime1">
              <a:rPr lang="en-US" smtClean="0"/>
              <a:t>5/11/2026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84864" y="6318504"/>
            <a:ext cx="493776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5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6929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6" r:id="rId1"/>
    <p:sldLayoutId id="2147483857" r:id="rId2"/>
    <p:sldLayoutId id="2147483807" r:id="rId3"/>
    <p:sldLayoutId id="2147483808" r:id="rId4"/>
    <p:sldLayoutId id="2147483809" r:id="rId5"/>
    <p:sldLayoutId id="2147483810" r:id="rId6"/>
    <p:sldLayoutId id="2147483811" r:id="rId7"/>
    <p:sldLayoutId id="2147483812" r:id="rId8"/>
    <p:sldLayoutId id="2147483813" r:id="rId9"/>
    <p:sldLayoutId id="2147483814" r:id="rId10"/>
    <p:sldLayoutId id="2147483815" r:id="rId11"/>
    <p:sldLayoutId id="2147483816" r:id="rId12"/>
    <p:sldLayoutId id="2147483817" r:id="rId13"/>
    <p:sldLayoutId id="2147483818" r:id="rId14"/>
    <p:sldLayoutId id="2147483819" r:id="rId15"/>
    <p:sldLayoutId id="2147483820" r:id="rId16"/>
    <p:sldLayoutId id="2147483821" r:id="rId17"/>
    <p:sldLayoutId id="2147483822" r:id="rId18"/>
    <p:sldLayoutId id="2147483823" r:id="rId19"/>
    <p:sldLayoutId id="2147483824" r:id="rId20"/>
    <p:sldLayoutId id="2147483825" r:id="rId21"/>
    <p:sldLayoutId id="2147483826" r:id="rId22"/>
    <p:sldLayoutId id="2147483827" r:id="rId23"/>
    <p:sldLayoutId id="2147483828" r:id="rId24"/>
    <p:sldLayoutId id="2147483829" r:id="rId25"/>
    <p:sldLayoutId id="2147483830" r:id="rId26"/>
    <p:sldLayoutId id="2147483831" r:id="rId27"/>
    <p:sldLayoutId id="2147483832" r:id="rId28"/>
    <p:sldLayoutId id="2147483833" r:id="rId29"/>
    <p:sldLayoutId id="2147483834" r:id="rId30"/>
    <p:sldLayoutId id="2147483835" r:id="rId31"/>
    <p:sldLayoutId id="2147483836" r:id="rId32"/>
    <p:sldLayoutId id="2147483837" r:id="rId33"/>
    <p:sldLayoutId id="2147483838" r:id="rId34"/>
    <p:sldLayoutId id="2147483839" r:id="rId35"/>
    <p:sldLayoutId id="2147483840" r:id="rId36"/>
    <p:sldLayoutId id="2147483841" r:id="rId37"/>
    <p:sldLayoutId id="2147483842" r:id="rId38"/>
    <p:sldLayoutId id="2147483843" r:id="rId39"/>
    <p:sldLayoutId id="2147483844" r:id="rId40"/>
    <p:sldLayoutId id="2147483845" r:id="rId41"/>
    <p:sldLayoutId id="2147483846" r:id="rId42"/>
    <p:sldLayoutId id="2147483847" r:id="rId43"/>
    <p:sldLayoutId id="2147483848" r:id="rId44"/>
    <p:sldLayoutId id="2147483849" r:id="rId45"/>
    <p:sldLayoutId id="2147483850" r:id="rId46"/>
    <p:sldLayoutId id="2147483851" r:id="rId47"/>
    <p:sldLayoutId id="2147483852" r:id="rId48"/>
    <p:sldLayoutId id="2147483853" r:id="rId49"/>
    <p:sldLayoutId id="2147483854" r:id="rId50"/>
    <p:sldLayoutId id="2147483855" r:id="rId5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0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emf"/><Relationship Id="rId1" Type="http://schemas.openxmlformats.org/officeDocument/2006/relationships/slideLayout" Target="../slideLayouts/slideLayout2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emf"/><Relationship Id="rId1" Type="http://schemas.openxmlformats.org/officeDocument/2006/relationships/slideLayout" Target="../slideLayouts/slideLayout2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emf"/><Relationship Id="rId1" Type="http://schemas.openxmlformats.org/officeDocument/2006/relationships/slideLayout" Target="../slideLayouts/slideLayout29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8EAC57-EEB7-AEE3-E903-00DF0529E9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8" y="429768"/>
            <a:ext cx="9336024" cy="3776472"/>
          </a:xfrm>
        </p:spPr>
        <p:txBody>
          <a:bodyPr anchor="t">
            <a:normAutofit/>
          </a:bodyPr>
          <a:lstStyle/>
          <a:p>
            <a:r>
              <a:rPr lang="en-US" sz="7400"/>
              <a:t>Understand Flood Zone Risk to Improve Insurance Profitability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9C12066-602A-D6C5-086F-2585CFD1B7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8" y="4663440"/>
            <a:ext cx="6903720" cy="1344168"/>
          </a:xfrm>
        </p:spPr>
        <p:txBody>
          <a:bodyPr anchor="ctr">
            <a:normAutofit lnSpcReduction="10000"/>
          </a:bodyPr>
          <a:lstStyle/>
          <a:p>
            <a:pPr>
              <a:lnSpc>
                <a:spcPct val="110000"/>
              </a:lnSpc>
            </a:pPr>
            <a:r>
              <a:rPr lang="en-US" dirty="0"/>
              <a:t>Data-Driven Analysis of Homeowners Insurance Portfolio</a:t>
            </a:r>
            <a:br>
              <a:rPr lang="en-US" sz="1400" dirty="0"/>
            </a:br>
            <a:br>
              <a:rPr lang="en-US" sz="1400" dirty="0"/>
            </a:br>
            <a:r>
              <a:rPr lang="en-US" sz="1400" dirty="0"/>
              <a:t>Prepared for: Management Team</a:t>
            </a:r>
            <a:br>
              <a:rPr lang="en-US" sz="1400" dirty="0"/>
            </a:br>
            <a:br>
              <a:rPr lang="en-US" sz="1400" dirty="0"/>
            </a:br>
            <a:r>
              <a:rPr lang="en-US" sz="1400" dirty="0"/>
              <a:t>Date: 5/2/2026</a:t>
            </a:r>
          </a:p>
        </p:txBody>
      </p:sp>
    </p:spTree>
    <p:extLst>
      <p:ext uri="{BB962C8B-B14F-4D97-AF65-F5344CB8AC3E}">
        <p14:creationId xmlns:p14="http://schemas.microsoft.com/office/powerpoint/2010/main" val="2528803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950C59-FBEA-9974-4DE6-23D64234EC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72783" y="722376"/>
            <a:ext cx="5138927" cy="1581912"/>
          </a:xfrm>
        </p:spPr>
        <p:txBody>
          <a:bodyPr anchor="b">
            <a:normAutofit/>
          </a:bodyPr>
          <a:lstStyle/>
          <a:p>
            <a:r>
              <a:rPr lang="en-US" sz="5100" b="1"/>
              <a:t>Business Goal</a:t>
            </a:r>
            <a:br>
              <a:rPr lang="en-US" sz="5100" b="1"/>
            </a:br>
            <a:endParaRPr lang="en-US" sz="5100"/>
          </a:p>
        </p:txBody>
      </p:sp>
      <p:pic>
        <p:nvPicPr>
          <p:cNvPr id="5" name="Picture 4" descr="An arrow hitting a bull's eye target">
            <a:extLst>
              <a:ext uri="{FF2B5EF4-FFF2-40B4-BE49-F238E27FC236}">
                <a16:creationId xmlns:a16="http://schemas.microsoft.com/office/drawing/2014/main" id="{5D336547-A75B-8511-2C3E-A0730B4DD3C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120" r="9946"/>
          <a:stretch>
            <a:fillRect/>
          </a:stretch>
        </p:blipFill>
        <p:spPr>
          <a:xfrm>
            <a:off x="119307" y="10"/>
            <a:ext cx="5413248" cy="6857990"/>
          </a:xfrm>
          <a:prstGeom prst="rect">
            <a:avLst/>
          </a:prstGeom>
          <a:noFill/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D4E1F08F-D96C-22E4-24EB-2E81C50E90A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72784" y="2114550"/>
            <a:ext cx="5138928" cy="3719322"/>
          </a:xfrm>
        </p:spPr>
        <p:txBody>
          <a:bodyPr anchor="b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b="1" dirty="0"/>
              <a:t>Goal:</a:t>
            </a:r>
            <a:r>
              <a:rPr lang="en-US" sz="1600" dirty="0"/>
              <a:t> Analyze flood zone risk to optimize pricing and underwriting for improved profitability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1600" b="1" dirty="0"/>
              <a:t>Key Questions:</a:t>
            </a:r>
            <a:endParaRPr lang="en-US" sz="1600" dirty="0"/>
          </a:p>
          <a:p>
            <a:pPr marL="342900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Do flood zone homes generate higher premiums?</a:t>
            </a:r>
          </a:p>
          <a:p>
            <a:pPr marL="342900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Are flood zone homes more likely to file claims?</a:t>
            </a:r>
          </a:p>
          <a:p>
            <a:pPr marL="342900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Can we adjust pricing to improve profit margins?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1600" b="1" dirty="0"/>
              <a:t>Target Outcome:</a:t>
            </a:r>
            <a:r>
              <a:rPr lang="en-US" sz="1600" dirty="0"/>
              <a:t> Reduce loss ratios by 5-10% through risk-based pricing</a:t>
            </a:r>
          </a:p>
          <a:p>
            <a:pPr>
              <a:lnSpc>
                <a:spcPct val="110000"/>
              </a:lnSpc>
            </a:pP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2816867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2C6DDB-82B8-9426-1CAD-038C495A79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40080"/>
            <a:ext cx="3081528" cy="4014216"/>
          </a:xfrm>
        </p:spPr>
        <p:txBody>
          <a:bodyPr anchor="t">
            <a:normAutofit/>
          </a:bodyPr>
          <a:lstStyle/>
          <a:p>
            <a:r>
              <a:rPr lang="en-US" b="1" dirty="0"/>
              <a:t>Data Overview</a:t>
            </a:r>
            <a:br>
              <a:rPr lang="en-US" b="1" dirty="0"/>
            </a:br>
            <a:endParaRPr lang="en-US" dirty="0"/>
          </a:p>
        </p:txBody>
      </p:sp>
      <p:graphicFrame>
        <p:nvGraphicFramePr>
          <p:cNvPr id="6" name="Content Placeholder 3">
            <a:extLst>
              <a:ext uri="{FF2B5EF4-FFF2-40B4-BE49-F238E27FC236}">
                <a16:creationId xmlns:a16="http://schemas.microsoft.com/office/drawing/2014/main" id="{20521B86-FAA2-123B-CC40-AA7700405AB0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1156336991"/>
              </p:ext>
            </p:extLst>
          </p:nvPr>
        </p:nvGraphicFramePr>
        <p:xfrm>
          <a:off x="4892040" y="640081"/>
          <a:ext cx="6675120" cy="55778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6185854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CD7A5F-CBB4-8084-5C2C-96033C8FDB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72783" y="722376"/>
            <a:ext cx="5138927" cy="1581912"/>
          </a:xfrm>
        </p:spPr>
        <p:txBody>
          <a:bodyPr anchor="b">
            <a:normAutofit/>
          </a:bodyPr>
          <a:lstStyle/>
          <a:p>
            <a:r>
              <a:rPr lang="en-US" sz="4200" b="1" dirty="0"/>
              <a:t>Premium Distribution (All Homes)</a:t>
            </a:r>
            <a:endParaRPr lang="en-US" sz="420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51AB0203-3CC3-32A7-16D6-57B3F4D1EE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307" y="1399032"/>
            <a:ext cx="5413248" cy="4059936"/>
          </a:xfrm>
          <a:prstGeom prst="rect">
            <a:avLst/>
          </a:prstGeom>
          <a:noFill/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A0C658C4-1C59-3D53-AA28-C51B4D83B618}"/>
                  </a:ext>
                </a:extLst>
              </p:cNvPr>
              <p:cNvSpPr>
                <a:spLocks noGrp="1"/>
              </p:cNvSpPr>
              <p:nvPr>
                <p:ph sz="quarter" idx="13"/>
              </p:nvPr>
            </p:nvSpPr>
            <p:spPr>
              <a:xfrm>
                <a:off x="6272784" y="2834640"/>
                <a:ext cx="5138928" cy="2999232"/>
              </a:xfrm>
            </p:spPr>
            <p:txBody>
              <a:bodyPr anchor="b">
                <a:normAutofit/>
              </a:bodyPr>
              <a:lstStyle/>
              <a:p>
                <a:pPr marL="0" indent="0">
                  <a:buNone/>
                </a:pPr>
                <a:r>
                  <a:rPr lang="en-US" b="1" dirty="0"/>
                  <a:t>Key Insight:</a:t>
                </a:r>
                <a:r>
                  <a:rPr lang="en-US" dirty="0"/>
                  <a:t> Premiums range from $</a:t>
                </a:r>
                <a14:m>
                  <m:oMath xmlns:m="http://schemas.openxmlformats.org/officeDocument/2006/math">
                    <m:r>
                      <a:rPr lang="en-US" dirty="0">
                        <a:latin typeface="Cambria Math" panose="02040503050406030204" pitchFamily="18" charset="0"/>
                      </a:rPr>
                      <m:t>800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𝑡𝑜</m:t>
                    </m:r>
                  </m:oMath>
                </a14:m>
                <a:r>
                  <a:rPr lang="en-US" dirty="0"/>
                  <a:t> $2,200, with most homes between </a:t>
                </a:r>
                <a14:m>
                  <m:oMath xmlns:m="http://schemas.openxmlformats.org/officeDocument/2006/math">
                    <m:r>
                      <a:rPr lang="en-US" b="0" i="0" dirty="0" smtClean="0">
                        <a:latin typeface="Cambria Math" panose="02040503050406030204" pitchFamily="18" charset="0"/>
                      </a:rPr>
                      <m:t>$</m:t>
                    </m:r>
                    <m:r>
                      <a:rPr lang="en-US" dirty="0">
                        <a:latin typeface="Cambria Math" panose="02040503050406030204" pitchFamily="18" charset="0"/>
                      </a:rPr>
                      <m:t>1,000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𝑎𝑛𝑑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$1,600</a:t>
                </a:r>
              </a:p>
              <a:p>
                <a:pPr marL="0" indent="0">
                  <a:buNone/>
                </a:pPr>
                <a:r>
                  <a:rPr lang="en-US" b="1" dirty="0"/>
                  <a:t>Average Premium:</a:t>
                </a:r>
                <a:r>
                  <a:rPr lang="en-US" dirty="0"/>
                  <a:t> $1,312 per home</a:t>
                </a:r>
              </a:p>
              <a:p>
                <a:pPr marL="0" indent="0">
                  <a:buNone/>
                </a:pPr>
                <a:r>
                  <a:rPr lang="en-US" b="1" dirty="0"/>
                  <a:t>Total Annual Premium Collected:</a:t>
                </a:r>
                <a:r>
                  <a:rPr lang="en-US" dirty="0"/>
                  <a:t> $1,312,000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A0C658C4-1C59-3D53-AA28-C51B4D83B61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3"/>
              </p:nvPr>
            </p:nvSpPr>
            <p:spPr>
              <a:xfrm>
                <a:off x="6272784" y="2834640"/>
                <a:ext cx="5138928" cy="2999232"/>
              </a:xfrm>
              <a:blipFill>
                <a:blip r:embed="rId3"/>
                <a:stretch>
                  <a:fillRect l="-11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459041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4D0778-AA6D-78AA-038F-F19F4FA50C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67129" y="435483"/>
            <a:ext cx="8211310" cy="764286"/>
          </a:xfrm>
        </p:spPr>
        <p:txBody>
          <a:bodyPr>
            <a:normAutofit/>
          </a:bodyPr>
          <a:lstStyle/>
          <a:p>
            <a:r>
              <a:rPr lang="en-US" sz="3200" b="1" dirty="0"/>
              <a:t>Flood Zone Premium Comparison</a:t>
            </a:r>
            <a:endParaRPr lang="en-US" sz="32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3D108A-78D6-F0D2-6596-565648C894A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341525" y="1742536"/>
            <a:ext cx="4725779" cy="119718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b="1" dirty="0"/>
              <a:t>Finding:</a:t>
            </a:r>
            <a:r>
              <a:rPr lang="en-US" sz="1800" dirty="0"/>
              <a:t> Flood zone homes pay $404 more per year (32% higher)</a:t>
            </a:r>
          </a:p>
          <a:p>
            <a:endParaRPr lang="en-US" sz="1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E3DB699-2838-F3A2-F67B-BB518558D2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164" y="1307980"/>
            <a:ext cx="5656053" cy="424204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20C86BB-C6CD-0609-BE59-EEF463C137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8334" y="3220586"/>
            <a:ext cx="5251384" cy="76428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06B5DF2-A048-C4A9-0246-25B6FE0BE949}"/>
              </a:ext>
            </a:extLst>
          </p:cNvPr>
          <p:cNvSpPr txBox="1"/>
          <p:nvPr/>
        </p:nvSpPr>
        <p:spPr>
          <a:xfrm>
            <a:off x="6341525" y="4637375"/>
            <a:ext cx="422567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i="0" dirty="0">
                <a:solidFill>
                  <a:srgbClr val="0F1115"/>
                </a:solidFill>
                <a:effectLst/>
                <a:latin typeface="Aptos Light (Body)"/>
              </a:rPr>
              <a:t>Total Premium from Flood Zone:</a:t>
            </a:r>
            <a:r>
              <a:rPr lang="en-US" b="0" i="0" dirty="0">
                <a:solidFill>
                  <a:srgbClr val="0F1115"/>
                </a:solidFill>
                <a:effectLst/>
                <a:latin typeface="Aptos Light (Body)"/>
              </a:rPr>
              <a:t> $256,370 (19.5% of portfolio)</a:t>
            </a:r>
            <a:endParaRPr lang="en-US" dirty="0">
              <a:latin typeface="Aptos Light (Body)"/>
            </a:endParaRPr>
          </a:p>
        </p:txBody>
      </p:sp>
    </p:spTree>
    <p:extLst>
      <p:ext uri="{BB962C8B-B14F-4D97-AF65-F5344CB8AC3E}">
        <p14:creationId xmlns:p14="http://schemas.microsoft.com/office/powerpoint/2010/main" val="21351124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37FB83-FBB1-D2EE-D762-256569942B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95530" y="0"/>
            <a:ext cx="8527833" cy="1581912"/>
          </a:xfrm>
        </p:spPr>
        <p:txBody>
          <a:bodyPr anchor="b">
            <a:normAutofit/>
          </a:bodyPr>
          <a:lstStyle/>
          <a:p>
            <a:r>
              <a:rPr lang="en-US" sz="3300" b="1" dirty="0"/>
              <a:t>Premium by Construction Type</a:t>
            </a:r>
            <a:br>
              <a:rPr lang="en-US" sz="3300" b="1" dirty="0"/>
            </a:br>
            <a:endParaRPr lang="en-US" sz="33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6557C14-8341-1B77-10BC-95BADFACA7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307" y="1399032"/>
            <a:ext cx="5413248" cy="4059936"/>
          </a:xfrm>
          <a:prstGeom prst="rect">
            <a:avLst/>
          </a:prstGeom>
          <a:noFill/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6F1BDB9-F9EF-63F5-FF16-0157248B019A}"/>
              </a:ext>
            </a:extLst>
          </p:cNvPr>
          <p:cNvSpPr txBox="1"/>
          <p:nvPr/>
        </p:nvSpPr>
        <p:spPr>
          <a:xfrm>
            <a:off x="5532555" y="1909661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i="0" dirty="0">
                <a:solidFill>
                  <a:srgbClr val="0F1115"/>
                </a:solidFill>
                <a:effectLst/>
              </a:rPr>
              <a:t>Finding:</a:t>
            </a:r>
            <a:r>
              <a:rPr lang="en-US" b="0" i="0" dirty="0">
                <a:solidFill>
                  <a:srgbClr val="0F1115"/>
                </a:solidFill>
                <a:effectLst/>
              </a:rPr>
              <a:t> Construction type does NOT significantly affect premium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30E28B7-67B3-05B4-F8EE-81BCF57BBB46}"/>
              </a:ext>
            </a:extLst>
          </p:cNvPr>
          <p:cNvSpPr txBox="1"/>
          <p:nvPr/>
        </p:nvSpPr>
        <p:spPr>
          <a:xfrm>
            <a:off x="2883877" y="5602051"/>
            <a:ext cx="682356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i="0" dirty="0">
                <a:solidFill>
                  <a:srgbClr val="0F1115"/>
                </a:solidFill>
                <a:effectLst/>
              </a:rPr>
              <a:t>Conclusion:</a:t>
            </a:r>
            <a:r>
              <a:rPr lang="en-US" b="0" i="0" dirty="0">
                <a:solidFill>
                  <a:srgbClr val="0F1115"/>
                </a:solidFill>
                <a:effectLst/>
              </a:rPr>
              <a:t> Premiums are consistent across construction types</a:t>
            </a:r>
            <a:endParaRPr lang="en-US" dirty="0"/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6492231B-8050-B866-B902-68980D6B4C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1727415"/>
              </p:ext>
            </p:extLst>
          </p:nvPr>
        </p:nvGraphicFramePr>
        <p:xfrm>
          <a:off x="6096001" y="3118337"/>
          <a:ext cx="4827362" cy="1183672"/>
        </p:xfrm>
        <a:graphic>
          <a:graphicData uri="http://schemas.openxmlformats.org/drawingml/2006/table">
            <a:tbl>
              <a:tblPr/>
              <a:tblGrid>
                <a:gridCol w="2472401">
                  <a:extLst>
                    <a:ext uri="{9D8B030D-6E8A-4147-A177-3AD203B41FA5}">
                      <a16:colId xmlns:a16="http://schemas.microsoft.com/office/drawing/2014/main" val="1073476637"/>
                    </a:ext>
                  </a:extLst>
                </a:gridCol>
                <a:gridCol w="2354961">
                  <a:extLst>
                    <a:ext uri="{9D8B030D-6E8A-4147-A177-3AD203B41FA5}">
                      <a16:colId xmlns:a16="http://schemas.microsoft.com/office/drawing/2014/main" val="1161374333"/>
                    </a:ext>
                  </a:extLst>
                </a:gridCol>
              </a:tblGrid>
              <a:tr h="29591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F1115"/>
                          </a:solidFill>
                          <a:effectLst/>
                          <a:latin typeface="Aptos Narrow" panose="020B0004020202020204" pitchFamily="34" charset="0"/>
                        </a:rPr>
                        <a:t>Construction</a:t>
                      </a:r>
                    </a:p>
                  </a:txBody>
                  <a:tcPr marL="857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F1115"/>
                          </a:solidFill>
                          <a:effectLst/>
                          <a:latin typeface="Aptos Narrow" panose="020B0004020202020204" pitchFamily="34" charset="0"/>
                        </a:rPr>
                        <a:t>Avg. Premium</a:t>
                      </a:r>
                    </a:p>
                  </a:txBody>
                  <a:tcPr marL="857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1132728"/>
                  </a:ext>
                </a:extLst>
              </a:tr>
              <a:tr h="29591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F1115"/>
                          </a:solidFill>
                          <a:effectLst/>
                          <a:latin typeface="Aptos Narrow" panose="020B0004020202020204" pitchFamily="34" charset="0"/>
                        </a:rPr>
                        <a:t>Brick</a:t>
                      </a:r>
                    </a:p>
                  </a:txBody>
                  <a:tcPr marL="857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F1115"/>
                          </a:solidFill>
                          <a:effectLst/>
                          <a:latin typeface="Aptos Narrow" panose="020B0004020202020204" pitchFamily="34" charset="0"/>
                        </a:rPr>
                        <a:t>~$1,300</a:t>
                      </a:r>
                    </a:p>
                  </a:txBody>
                  <a:tcPr marL="857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5136060"/>
                  </a:ext>
                </a:extLst>
              </a:tr>
              <a:tr h="29591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F1115"/>
                          </a:solidFill>
                          <a:effectLst/>
                          <a:latin typeface="Aptos Narrow" panose="020B0004020202020204" pitchFamily="34" charset="0"/>
                        </a:rPr>
                        <a:t>Wood</a:t>
                      </a:r>
                    </a:p>
                  </a:txBody>
                  <a:tcPr marL="857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F1115"/>
                          </a:solidFill>
                          <a:effectLst/>
                          <a:latin typeface="Aptos Narrow" panose="020B0004020202020204" pitchFamily="34" charset="0"/>
                        </a:rPr>
                        <a:t>~$1,310</a:t>
                      </a:r>
                    </a:p>
                  </a:txBody>
                  <a:tcPr marL="857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39231562"/>
                  </a:ext>
                </a:extLst>
              </a:tr>
              <a:tr h="29591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F1115"/>
                          </a:solidFill>
                          <a:effectLst/>
                          <a:latin typeface="Aptos Narrow" panose="020B0004020202020204" pitchFamily="34" charset="0"/>
                        </a:rPr>
                        <a:t>Concrete</a:t>
                      </a:r>
                    </a:p>
                  </a:txBody>
                  <a:tcPr marL="857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F1115"/>
                          </a:solidFill>
                          <a:effectLst/>
                          <a:latin typeface="Aptos Narrow" panose="020B0004020202020204" pitchFamily="34" charset="0"/>
                        </a:rPr>
                        <a:t>~$1,290</a:t>
                      </a:r>
                    </a:p>
                  </a:txBody>
                  <a:tcPr marL="857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51971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687301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4BF1ADCF-DFE8-E377-F18B-F5B3C14FA4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90887" y="218426"/>
            <a:ext cx="7135836" cy="1570951"/>
          </a:xfrm>
        </p:spPr>
        <p:txBody>
          <a:bodyPr/>
          <a:lstStyle/>
          <a:p>
            <a:r>
              <a:rPr lang="en-US" b="1" dirty="0"/>
              <a:t>Flood Zone vs Claim Occurrence</a:t>
            </a:r>
            <a:br>
              <a:rPr lang="en-US" b="1" dirty="0"/>
            </a:b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2C52422-4119-7943-EFD5-E13AAECB80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523" y="1412010"/>
            <a:ext cx="4642574" cy="3481931"/>
          </a:xfrm>
          <a:prstGeom prst="rect">
            <a:avLst/>
          </a:prstGeom>
          <a:noFill/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9A5FCA4-A6D5-4BB4-4389-181CCCC52AC2}"/>
              </a:ext>
            </a:extLst>
          </p:cNvPr>
          <p:cNvSpPr txBox="1"/>
          <p:nvPr/>
        </p:nvSpPr>
        <p:spPr>
          <a:xfrm>
            <a:off x="1078523" y="5068624"/>
            <a:ext cx="10316308" cy="12311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b="1" i="0" dirty="0">
                <a:solidFill>
                  <a:srgbClr val="0F1115"/>
                </a:solidFill>
                <a:effectLst/>
                <a:latin typeface="Aptos Light (Body)"/>
              </a:rPr>
              <a:t>Statistical Test:</a:t>
            </a:r>
            <a:r>
              <a:rPr lang="en-US" b="0" i="0" dirty="0">
                <a:solidFill>
                  <a:srgbClr val="0F1115"/>
                </a:solidFill>
                <a:effectLst/>
                <a:latin typeface="Aptos Light (Body)"/>
              </a:rPr>
              <a:t> Chi-square p-value = 0.585 (not significant)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b="1" i="0" dirty="0">
                <a:solidFill>
                  <a:srgbClr val="0F1115"/>
                </a:solidFill>
                <a:effectLst/>
                <a:latin typeface="Aptos Light (Body)"/>
              </a:rPr>
              <a:t>Key Finding:</a:t>
            </a:r>
            <a:r>
              <a:rPr lang="en-US" b="0" i="0" dirty="0">
                <a:solidFill>
                  <a:srgbClr val="0F1115"/>
                </a:solidFill>
                <a:effectLst/>
                <a:latin typeface="Aptos Light (Body)"/>
              </a:rPr>
              <a:t> Flood zone homes do NOT file claims at a statistically higher rate despite paying 32% higher premiums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08E20E4-9340-1818-B9EF-3577C8000B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4375" y="2605596"/>
            <a:ext cx="5093234" cy="1052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73914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0A3814-A6F7-B1FA-164C-767A3828E4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72783" y="722376"/>
            <a:ext cx="5138927" cy="1581912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200" b="0" kern="1200" dirty="0">
                <a:latin typeface="+mj-lt"/>
                <a:ea typeface="+mj-ea"/>
                <a:cs typeface="+mj-cs"/>
              </a:rPr>
              <a:t>Correlation Analysis</a:t>
            </a:r>
            <a:br>
              <a:rPr lang="en-US" sz="4200" b="0" kern="1200" dirty="0">
                <a:latin typeface="+mj-lt"/>
                <a:ea typeface="+mj-ea"/>
                <a:cs typeface="+mj-cs"/>
              </a:rPr>
            </a:br>
            <a:endParaRPr lang="en-US" sz="4200" b="0" kern="1200" dirty="0">
              <a:latin typeface="+mj-lt"/>
              <a:ea typeface="+mj-ea"/>
              <a:cs typeface="+mj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E3499AB-3719-AFAF-C1DF-3CE54A0B1446}"/>
              </a:ext>
            </a:extLst>
          </p:cNvPr>
          <p:cNvSpPr txBox="1"/>
          <p:nvPr/>
        </p:nvSpPr>
        <p:spPr>
          <a:xfrm>
            <a:off x="6630650" y="5064368"/>
            <a:ext cx="4781061" cy="769503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/>
          <a:p>
            <a:pPr>
              <a:lnSpc>
                <a:spcPct val="120000"/>
              </a:lnSpc>
              <a:spcBef>
                <a:spcPts val="1000"/>
              </a:spcBef>
            </a:pPr>
            <a:r>
              <a:rPr lang="en-US" sz="2000" b="1" i="0" dirty="0">
                <a:effectLst/>
              </a:rPr>
              <a:t>Insight:</a:t>
            </a:r>
            <a:r>
              <a:rPr lang="en-US" sz="2000" b="0" i="0" dirty="0">
                <a:effectLst/>
              </a:rPr>
              <a:t> Flood zone is highly correlated with premium but NOT with actual claims</a:t>
            </a:r>
            <a:endParaRPr lang="en-US" sz="2000" dirty="0"/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B987E24A-CF39-BB6A-0C41-DE1DA7FE41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7994442"/>
              </p:ext>
            </p:extLst>
          </p:nvPr>
        </p:nvGraphicFramePr>
        <p:xfrm>
          <a:off x="6630650" y="2413416"/>
          <a:ext cx="4604276" cy="1903752"/>
        </p:xfrm>
        <a:graphic>
          <a:graphicData uri="http://schemas.openxmlformats.org/drawingml/2006/table">
            <a:tbl>
              <a:tblPr/>
              <a:tblGrid>
                <a:gridCol w="1382909">
                  <a:extLst>
                    <a:ext uri="{9D8B030D-6E8A-4147-A177-3AD203B41FA5}">
                      <a16:colId xmlns:a16="http://schemas.microsoft.com/office/drawing/2014/main" val="823762641"/>
                    </a:ext>
                  </a:extLst>
                </a:gridCol>
                <a:gridCol w="1285293">
                  <a:extLst>
                    <a:ext uri="{9D8B030D-6E8A-4147-A177-3AD203B41FA5}">
                      <a16:colId xmlns:a16="http://schemas.microsoft.com/office/drawing/2014/main" val="3334871533"/>
                    </a:ext>
                  </a:extLst>
                </a:gridCol>
                <a:gridCol w="1936074">
                  <a:extLst>
                    <a:ext uri="{9D8B030D-6E8A-4147-A177-3AD203B41FA5}">
                      <a16:colId xmlns:a16="http://schemas.microsoft.com/office/drawing/2014/main" val="201415446"/>
                    </a:ext>
                  </a:extLst>
                </a:gridCol>
              </a:tblGrid>
              <a:tr h="317292">
                <a:tc grid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F1115"/>
                          </a:solidFill>
                          <a:effectLst/>
                          <a:latin typeface="Aptos Narrow" panose="020B0004020202020204" pitchFamily="34" charset="0"/>
                        </a:rPr>
                        <a:t>Strongest Correlations with Premium: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8139920"/>
                  </a:ext>
                </a:extLst>
              </a:tr>
              <a:tr h="31729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Factor</a:t>
                      </a:r>
                    </a:p>
                  </a:txBody>
                  <a:tcPr marL="857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Correlation</a:t>
                      </a:r>
                    </a:p>
                  </a:txBody>
                  <a:tcPr marL="857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Interpretation</a:t>
                      </a:r>
                    </a:p>
                  </a:txBody>
                  <a:tcPr marL="857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93500298"/>
                  </a:ext>
                </a:extLst>
              </a:tr>
              <a:tr h="31729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Risk Score</a:t>
                      </a:r>
                    </a:p>
                  </a:txBody>
                  <a:tcPr marL="857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0.935</a:t>
                      </a:r>
                    </a:p>
                  </a:txBody>
                  <a:tcPr marL="857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Primary driver</a:t>
                      </a:r>
                    </a:p>
                  </a:txBody>
                  <a:tcPr marL="857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293064"/>
                  </a:ext>
                </a:extLst>
              </a:tr>
              <a:tr h="31729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Flood Zone</a:t>
                      </a:r>
                    </a:p>
                  </a:txBody>
                  <a:tcPr marL="857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0.545</a:t>
                      </a:r>
                    </a:p>
                  </a:txBody>
                  <a:tcPr marL="857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Strong positive</a:t>
                      </a:r>
                    </a:p>
                  </a:txBody>
                  <a:tcPr marL="857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48746747"/>
                  </a:ext>
                </a:extLst>
              </a:tr>
              <a:tr h="31729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Burglary Rate</a:t>
                      </a:r>
                    </a:p>
                  </a:txBody>
                  <a:tcPr marL="857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0.538</a:t>
                      </a:r>
                    </a:p>
                  </a:txBody>
                  <a:tcPr marL="857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Strong positive</a:t>
                      </a:r>
                    </a:p>
                  </a:txBody>
                  <a:tcPr marL="857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55538270"/>
                  </a:ext>
                </a:extLst>
              </a:tr>
              <a:tr h="31729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Claims History</a:t>
                      </a:r>
                    </a:p>
                  </a:txBody>
                  <a:tcPr marL="857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0.488</a:t>
                      </a:r>
                    </a:p>
                  </a:txBody>
                  <a:tcPr marL="857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Moderate positive </a:t>
                      </a:r>
                    </a:p>
                  </a:txBody>
                  <a:tcPr marL="857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05642674"/>
                  </a:ext>
                </a:extLst>
              </a:tr>
            </a:tbl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A1072CB2-7A84-9C75-3FC7-A4836B7645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307" y="817338"/>
            <a:ext cx="5980475" cy="5382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22786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17BC00-C90B-D6EA-29A3-C50BD3B97B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8893" y="546931"/>
            <a:ext cx="6526236" cy="1103610"/>
          </a:xfrm>
        </p:spPr>
        <p:txBody>
          <a:bodyPr/>
          <a:lstStyle/>
          <a:p>
            <a:r>
              <a:rPr lang="en-US" b="1" dirty="0"/>
              <a:t>Risk Score Distribution</a:t>
            </a:r>
            <a:br>
              <a:rPr lang="en-US" b="1" dirty="0"/>
            </a:b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7BD7822-EC35-08DD-5988-02E37769C1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044" y="1469752"/>
            <a:ext cx="5560802" cy="417060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BE0F0F0-67DF-4BEB-D029-0B33BEA5B1F2}"/>
              </a:ext>
            </a:extLst>
          </p:cNvPr>
          <p:cNvSpPr txBox="1"/>
          <p:nvPr/>
        </p:nvSpPr>
        <p:spPr>
          <a:xfrm>
            <a:off x="1992924" y="5804378"/>
            <a:ext cx="806934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i="0" dirty="0">
                <a:solidFill>
                  <a:srgbClr val="0F1115"/>
                </a:solidFill>
                <a:effectLst/>
              </a:rPr>
              <a:t>Observation:</a:t>
            </a:r>
            <a:r>
              <a:rPr lang="en-US" b="0" i="0" dirty="0">
                <a:solidFill>
                  <a:srgbClr val="0F1115"/>
                </a:solidFill>
                <a:effectLst/>
              </a:rPr>
              <a:t> Most homes (78%) fall in Low to Medium risk categories</a:t>
            </a:r>
            <a:br>
              <a:rPr lang="en-US" dirty="0"/>
            </a:br>
            <a:endParaRPr lang="en-US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5F66E770-FB98-E999-65DC-1B4B956A81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7008546"/>
              </p:ext>
            </p:extLst>
          </p:nvPr>
        </p:nvGraphicFramePr>
        <p:xfrm>
          <a:off x="6389156" y="2012958"/>
          <a:ext cx="4583644" cy="2629380"/>
        </p:xfrm>
        <a:graphic>
          <a:graphicData uri="http://schemas.openxmlformats.org/drawingml/2006/table">
            <a:tbl>
              <a:tblPr/>
              <a:tblGrid>
                <a:gridCol w="1393391">
                  <a:extLst>
                    <a:ext uri="{9D8B030D-6E8A-4147-A177-3AD203B41FA5}">
                      <a16:colId xmlns:a16="http://schemas.microsoft.com/office/drawing/2014/main" val="1449742807"/>
                    </a:ext>
                  </a:extLst>
                </a:gridCol>
                <a:gridCol w="1538828">
                  <a:extLst>
                    <a:ext uri="{9D8B030D-6E8A-4147-A177-3AD203B41FA5}">
                      <a16:colId xmlns:a16="http://schemas.microsoft.com/office/drawing/2014/main" val="126232918"/>
                    </a:ext>
                  </a:extLst>
                </a:gridCol>
                <a:gridCol w="1651425">
                  <a:extLst>
                    <a:ext uri="{9D8B030D-6E8A-4147-A177-3AD203B41FA5}">
                      <a16:colId xmlns:a16="http://schemas.microsoft.com/office/drawing/2014/main" val="3944306379"/>
                    </a:ext>
                  </a:extLst>
                </a:gridCol>
              </a:tblGrid>
              <a:tr h="438230">
                <a:tc grid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F1115"/>
                          </a:solidFill>
                          <a:effectLst/>
                          <a:latin typeface="Aptos Narrow" panose="020B0004020202020204" pitchFamily="34" charset="0"/>
                        </a:rPr>
                        <a:t>Distribution of Risk Scores: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9538443"/>
                  </a:ext>
                </a:extLst>
              </a:tr>
              <a:tr h="43823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Risk Level</a:t>
                      </a:r>
                    </a:p>
                  </a:txBody>
                  <a:tcPr marL="857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Score Range</a:t>
                      </a:r>
                    </a:p>
                  </a:txBody>
                  <a:tcPr marL="857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% of Homes</a:t>
                      </a:r>
                    </a:p>
                  </a:txBody>
                  <a:tcPr marL="857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63877154"/>
                  </a:ext>
                </a:extLst>
              </a:tr>
              <a:tr h="43823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Low</a:t>
                      </a:r>
                    </a:p>
                  </a:txBody>
                  <a:tcPr marL="857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0-30</a:t>
                      </a:r>
                    </a:p>
                  </a:txBody>
                  <a:tcPr marL="857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33%</a:t>
                      </a:r>
                    </a:p>
                  </a:txBody>
                  <a:tcPr marL="857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11561346"/>
                  </a:ext>
                </a:extLst>
              </a:tr>
              <a:tr h="43823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Medium</a:t>
                      </a:r>
                    </a:p>
                  </a:txBody>
                  <a:tcPr marL="857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31-50</a:t>
                      </a:r>
                    </a:p>
                  </a:txBody>
                  <a:tcPr marL="857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45%</a:t>
                      </a:r>
                    </a:p>
                  </a:txBody>
                  <a:tcPr marL="857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87548866"/>
                  </a:ext>
                </a:extLst>
              </a:tr>
              <a:tr h="43823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High</a:t>
                      </a:r>
                    </a:p>
                  </a:txBody>
                  <a:tcPr marL="857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51-70</a:t>
                      </a:r>
                    </a:p>
                  </a:txBody>
                  <a:tcPr marL="857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18%</a:t>
                      </a:r>
                    </a:p>
                  </a:txBody>
                  <a:tcPr marL="857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5349969"/>
                  </a:ext>
                </a:extLst>
              </a:tr>
              <a:tr h="43823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Very High</a:t>
                      </a:r>
                    </a:p>
                  </a:txBody>
                  <a:tcPr marL="857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71-100</a:t>
                      </a:r>
                    </a:p>
                  </a:txBody>
                  <a:tcPr marL="857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5% </a:t>
                      </a:r>
                    </a:p>
                  </a:txBody>
                  <a:tcPr marL="857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52167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315836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12A1CE-EC19-68FC-30A4-41D399A9F2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8368" y="2103120"/>
            <a:ext cx="3666744" cy="2624328"/>
          </a:xfrm>
        </p:spPr>
        <p:txBody>
          <a:bodyPr anchor="ctr">
            <a:normAutofit/>
          </a:bodyPr>
          <a:lstStyle/>
          <a:p>
            <a:r>
              <a:rPr lang="en-US" b="1" dirty="0"/>
              <a:t>Key Findings Summary</a:t>
            </a:r>
            <a:br>
              <a:rPr lang="en-US" b="1" dirty="0"/>
            </a:b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EF2010A-3F53-E8AC-A2BA-CC0BD8DBD0A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057702" y="877824"/>
            <a:ext cx="5509458" cy="5102352"/>
          </a:xfrm>
        </p:spPr>
        <p:txBody>
          <a:bodyPr anchor="ctr">
            <a:normAutofit/>
          </a:bodyPr>
          <a:lstStyle/>
          <a:p>
            <a:r>
              <a:rPr lang="en-US" b="1" dirty="0"/>
              <a:t>Flood zone homes pay 32% higher premiums</a:t>
            </a:r>
            <a:r>
              <a:rPr lang="en-US" dirty="0"/>
              <a:t> ($404 more per home)</a:t>
            </a:r>
          </a:p>
          <a:p>
            <a:r>
              <a:rPr lang="en-US" b="1" dirty="0"/>
              <a:t>Flood zone homes do NOT have higher claim rates</a:t>
            </a:r>
            <a:r>
              <a:rPr lang="en-US" dirty="0"/>
              <a:t> (41% vs 39%, not statistically significant)</a:t>
            </a:r>
          </a:p>
          <a:p>
            <a:r>
              <a:rPr lang="en-US" b="1" dirty="0"/>
              <a:t>Flood zone premium is 32% higher but claim rate is only 2% higher</a:t>
            </a:r>
            <a:endParaRPr lang="en-US" dirty="0"/>
          </a:p>
          <a:p>
            <a:r>
              <a:rPr lang="en-US" b="1" dirty="0"/>
              <a:t>Current profit implication:</a:t>
            </a:r>
            <a:r>
              <a:rPr lang="en-US" dirty="0"/>
              <a:t> Flood zone segment may be OVERPRICED relative to actual risk</a:t>
            </a:r>
          </a:p>
          <a:p>
            <a:r>
              <a:rPr lang="en-US" b="1" dirty="0"/>
              <a:t>Construction type does not affect claims or premiums</a:t>
            </a:r>
            <a:r>
              <a:rPr lang="en-US" dirty="0"/>
              <a:t> - no adjustment needed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43374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A213D0-888C-7B01-49C8-1918343A27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44940" y="779968"/>
            <a:ext cx="6457950" cy="1947672"/>
          </a:xfrm>
        </p:spPr>
        <p:txBody>
          <a:bodyPr/>
          <a:lstStyle/>
          <a:p>
            <a:r>
              <a:rPr lang="en-US" b="1" dirty="0"/>
              <a:t>Financial Impact Analysis</a:t>
            </a:r>
            <a:br>
              <a:rPr lang="en-US" b="1" dirty="0"/>
            </a:b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E76CBD-266F-B9F7-D921-378C9A360C8B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758462" y="4689230"/>
            <a:ext cx="9808697" cy="1464681"/>
          </a:xfrm>
        </p:spPr>
        <p:txBody>
          <a:bodyPr/>
          <a:lstStyle/>
          <a:p>
            <a:r>
              <a:rPr lang="en-US" i="1" dirty="0"/>
              <a:t>Note: Estimated claim cost based on average claim amount from dataset</a:t>
            </a:r>
            <a:endParaRPr lang="en-US" dirty="0"/>
          </a:p>
          <a:p>
            <a:r>
              <a:rPr lang="en-US" b="1" dirty="0"/>
              <a:t>Key Insight:</a:t>
            </a:r>
            <a:r>
              <a:rPr lang="en-US" dirty="0"/>
              <a:t> Flood zone segment is currently PROFITABLE while non-flood segment shows losses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95248B0-996D-789A-5363-ACB8F11299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4491" y="2782680"/>
            <a:ext cx="11143017" cy="13476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39383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BB12B7-018B-130E-D244-5A6F9319EB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65592" y="502920"/>
            <a:ext cx="3401568" cy="1444752"/>
          </a:xfrm>
        </p:spPr>
        <p:txBody>
          <a:bodyPr anchor="b">
            <a:normAutofit/>
          </a:bodyPr>
          <a:lstStyle/>
          <a:p>
            <a:r>
              <a:rPr lang="en-US" sz="2700" b="1"/>
              <a:t>Management Actions - Immediate</a:t>
            </a:r>
            <a:br>
              <a:rPr lang="en-US" sz="2700" b="1"/>
            </a:br>
            <a:endParaRPr lang="en-US" sz="2700"/>
          </a:p>
        </p:txBody>
      </p:sp>
      <p:pic>
        <p:nvPicPr>
          <p:cNvPr id="6" name="Picture 5" descr="Aerial view of valley map">
            <a:extLst>
              <a:ext uri="{FF2B5EF4-FFF2-40B4-BE49-F238E27FC236}">
                <a16:creationId xmlns:a16="http://schemas.microsoft.com/office/drawing/2014/main" id="{14A5EABB-3137-70A8-9408-D822DF73943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4068" r="24448"/>
          <a:stretch>
            <a:fillRect/>
          </a:stretch>
        </p:blipFill>
        <p:spPr>
          <a:xfrm>
            <a:off x="115866" y="-1"/>
            <a:ext cx="7397496" cy="6857999"/>
          </a:xfrm>
          <a:prstGeom prst="rect">
            <a:avLst/>
          </a:prstGeom>
          <a:noFill/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CE47EFE-D8D7-BFB8-B6EB-D5521BEC1627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165592" y="2084832"/>
            <a:ext cx="3401568" cy="4169664"/>
          </a:xfrm>
        </p:spPr>
        <p:txBody>
          <a:bodyPr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 dirty="0"/>
              <a:t>Action 1: Maintain current flood zone pricing</a:t>
            </a:r>
            <a:endParaRPr lang="en-US" sz="1300" dirty="0"/>
          </a:p>
          <a:p>
            <a:pPr>
              <a:lnSpc>
                <a:spcPct val="110000"/>
              </a:lnSpc>
            </a:pPr>
            <a:r>
              <a:rPr lang="en-US" sz="1300" dirty="0"/>
              <a:t>Flood zone segment is profitable</a:t>
            </a:r>
          </a:p>
          <a:p>
            <a:pPr>
              <a:lnSpc>
                <a:spcPct val="110000"/>
              </a:lnSpc>
            </a:pPr>
            <a:r>
              <a:rPr lang="en-US" sz="1300" dirty="0"/>
              <a:t>Do not lower premiums despite equal claim rates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1300" b="1" dirty="0"/>
              <a:t>Action 2: Investigate non-flood segment losses</a:t>
            </a:r>
            <a:endParaRPr lang="en-US" sz="1300" dirty="0"/>
          </a:p>
          <a:p>
            <a:pPr>
              <a:lnSpc>
                <a:spcPct val="110000"/>
              </a:lnSpc>
            </a:pPr>
            <a:r>
              <a:rPr lang="en-US" sz="1300" dirty="0"/>
              <a:t>Non-flood homes have higher claim frequency than expected</a:t>
            </a:r>
          </a:p>
          <a:p>
            <a:pPr>
              <a:lnSpc>
                <a:spcPct val="110000"/>
              </a:lnSpc>
            </a:pPr>
            <a:r>
              <a:rPr lang="en-US" sz="1300" dirty="0"/>
              <a:t>Review underwriting criteria for non-flood policies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1300" b="1" dirty="0"/>
              <a:t>Action 3: Implement risk score review</a:t>
            </a:r>
            <a:endParaRPr lang="en-US" sz="1300" dirty="0"/>
          </a:p>
          <a:p>
            <a:pPr>
              <a:lnSpc>
                <a:spcPct val="110000"/>
              </a:lnSpc>
            </a:pPr>
            <a:r>
              <a:rPr lang="en-US" sz="1300" dirty="0"/>
              <a:t>Risk score is strongest premium predictor</a:t>
            </a:r>
          </a:p>
          <a:p>
            <a:pPr>
              <a:lnSpc>
                <a:spcPct val="110000"/>
              </a:lnSpc>
            </a:pPr>
            <a:r>
              <a:rPr lang="en-US" sz="1300" dirty="0"/>
              <a:t>Use risk score as primary underwriting tool</a:t>
            </a:r>
          </a:p>
          <a:p>
            <a:pPr>
              <a:lnSpc>
                <a:spcPct val="110000"/>
              </a:lnSpc>
            </a:pP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27923435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A050A0-00FB-EB5A-4948-CED3A377DE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6260" y="483050"/>
            <a:ext cx="7762114" cy="1431710"/>
          </a:xfrm>
        </p:spPr>
        <p:txBody>
          <a:bodyPr/>
          <a:lstStyle/>
          <a:p>
            <a:r>
              <a:rPr lang="en-US" b="1" dirty="0"/>
              <a:t> Management Actions - Strategic</a:t>
            </a:r>
            <a:br>
              <a:rPr lang="en-US" b="1" dirty="0"/>
            </a:b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E38A651-6E0F-4D0D-F9A1-A5C3B676E296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195754" y="5324797"/>
            <a:ext cx="10371405" cy="1050153"/>
          </a:xfrm>
        </p:spPr>
        <p:txBody>
          <a:bodyPr/>
          <a:lstStyle/>
          <a:p>
            <a:r>
              <a:rPr lang="en-US" b="1" dirty="0"/>
              <a:t>Action 5: </a:t>
            </a:r>
            <a:r>
              <a:rPr lang="en-US" dirty="0"/>
              <a:t>Target non-flood high-risk homes for rate increases</a:t>
            </a:r>
          </a:p>
          <a:p>
            <a:r>
              <a:rPr lang="en-US" b="1" dirty="0"/>
              <a:t>Action 6: </a:t>
            </a:r>
            <a:r>
              <a:rPr lang="en-US" dirty="0"/>
              <a:t>Implement annual risk score reassessment</a:t>
            </a:r>
          </a:p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6D6F9C1-A062-C9B2-F7CF-44DADAFD2DD7}"/>
              </a:ext>
            </a:extLst>
          </p:cNvPr>
          <p:cNvSpPr txBox="1"/>
          <p:nvPr/>
        </p:nvSpPr>
        <p:spPr>
          <a:xfrm>
            <a:off x="1102112" y="2437745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i="0" dirty="0">
                <a:solidFill>
                  <a:srgbClr val="0F1115"/>
                </a:solidFill>
                <a:effectLst/>
              </a:rPr>
              <a:t>Action 4: </a:t>
            </a:r>
            <a:r>
              <a:rPr lang="en-US" i="0" dirty="0">
                <a:solidFill>
                  <a:srgbClr val="0F1115"/>
                </a:solidFill>
                <a:effectLst/>
              </a:rPr>
              <a:t>Develop tiered pricing by risk score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6721739-831E-2C7B-680A-D97CD3A355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2112" y="3116252"/>
            <a:ext cx="10623704" cy="1959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32760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727806-D665-DD75-3467-132752AD98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3343" y="553236"/>
            <a:ext cx="9105313" cy="1237722"/>
          </a:xfrm>
        </p:spPr>
        <p:txBody>
          <a:bodyPr/>
          <a:lstStyle/>
          <a:p>
            <a:r>
              <a:rPr lang="en-US" b="1" dirty="0"/>
              <a:t>Expected Outcomes</a:t>
            </a:r>
            <a:br>
              <a:rPr lang="en-US" b="1" dirty="0"/>
            </a:b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6332AC9-BBAA-9958-4CDB-D1C2386C8B67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404983" y="4817744"/>
            <a:ext cx="9738359" cy="1237722"/>
          </a:xfrm>
        </p:spPr>
        <p:txBody>
          <a:bodyPr/>
          <a:lstStyle/>
          <a:p>
            <a:r>
              <a:rPr lang="en-US" b="1" dirty="0"/>
              <a:t>Timeline:</a:t>
            </a:r>
            <a:r>
              <a:rPr lang="en-US" dirty="0"/>
              <a:t> 6-12 months for full implementation</a:t>
            </a:r>
          </a:p>
          <a:p>
            <a:r>
              <a:rPr lang="en-US" b="1" dirty="0"/>
              <a:t>Risk:</a:t>
            </a:r>
            <a:r>
              <a:rPr lang="en-US" dirty="0"/>
              <a:t> Competitors may undercut pricing on profitable flood segment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6557249-972E-DE1A-57A9-28B0CCFB94EA}"/>
              </a:ext>
            </a:extLst>
          </p:cNvPr>
          <p:cNvSpPr txBox="1"/>
          <p:nvPr/>
        </p:nvSpPr>
        <p:spPr>
          <a:xfrm>
            <a:off x="1404983" y="208960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i="0" dirty="0">
                <a:solidFill>
                  <a:srgbClr val="0F1115"/>
                </a:solidFill>
                <a:effectLst/>
              </a:rPr>
              <a:t>After implementing recommended actions: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0B43A07-FC19-C76A-23A5-A4C6F0AC3B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3343" y="2878482"/>
            <a:ext cx="9599999" cy="1359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42002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6488AB-0082-ED73-B262-997742A2F2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8368" y="2103120"/>
            <a:ext cx="3666744" cy="2624328"/>
          </a:xfrm>
        </p:spPr>
        <p:txBody>
          <a:bodyPr anchor="ctr">
            <a:normAutofit/>
          </a:bodyPr>
          <a:lstStyle/>
          <a:p>
            <a:r>
              <a:rPr lang="en-US" b="1" dirty="0"/>
              <a:t>Next Steps</a:t>
            </a:r>
            <a:br>
              <a:rPr lang="en-US" b="1" dirty="0"/>
            </a:b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C21086-1771-FB28-649F-985456013F6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057702" y="877824"/>
            <a:ext cx="5509458" cy="5102352"/>
          </a:xfrm>
        </p:spPr>
        <p:txBody>
          <a:bodyPr anchor="ctr">
            <a:normAutofit/>
          </a:bodyPr>
          <a:lstStyle/>
          <a:p>
            <a:pPr>
              <a:lnSpc>
                <a:spcPct val="110000"/>
              </a:lnSpc>
            </a:pPr>
            <a:r>
              <a:rPr lang="en-US" sz="1600" b="1"/>
              <a:t>Week 1:</a:t>
            </a:r>
            <a:endParaRPr lang="en-US" sz="1600"/>
          </a:p>
          <a:p>
            <a:pPr>
              <a:lnSpc>
                <a:spcPct val="110000"/>
              </a:lnSpc>
            </a:pPr>
            <a:r>
              <a:rPr lang="en-US" sz="1600"/>
              <a:t>Validate claim cost assumptions with claims department</a:t>
            </a:r>
          </a:p>
          <a:p>
            <a:pPr>
              <a:lnSpc>
                <a:spcPct val="110000"/>
              </a:lnSpc>
            </a:pPr>
            <a:r>
              <a:rPr lang="en-US" sz="1600"/>
              <a:t>Review non-flood underwriting criteria</a:t>
            </a:r>
          </a:p>
          <a:p>
            <a:pPr>
              <a:lnSpc>
                <a:spcPct val="110000"/>
              </a:lnSpc>
            </a:pPr>
            <a:r>
              <a:rPr lang="en-US" sz="1600" b="1"/>
              <a:t>Month 1:</a:t>
            </a:r>
            <a:endParaRPr lang="en-US" sz="1600"/>
          </a:p>
          <a:p>
            <a:pPr>
              <a:lnSpc>
                <a:spcPct val="110000"/>
              </a:lnSpc>
            </a:pPr>
            <a:r>
              <a:rPr lang="en-US" sz="1600"/>
              <a:t>Implement risk score tiered pricing</a:t>
            </a:r>
          </a:p>
          <a:p>
            <a:pPr>
              <a:lnSpc>
                <a:spcPct val="110000"/>
              </a:lnSpc>
            </a:pPr>
            <a:r>
              <a:rPr lang="en-US" sz="1600"/>
              <a:t>Begin non-renewal process for very high risk homes (score &gt; 90)</a:t>
            </a:r>
          </a:p>
          <a:p>
            <a:pPr>
              <a:lnSpc>
                <a:spcPct val="110000"/>
              </a:lnSpc>
            </a:pPr>
            <a:r>
              <a:rPr lang="en-US" sz="1600" b="1"/>
              <a:t>Month 3:</a:t>
            </a:r>
            <a:endParaRPr lang="en-US" sz="1600"/>
          </a:p>
          <a:p>
            <a:pPr>
              <a:lnSpc>
                <a:spcPct val="110000"/>
              </a:lnSpc>
            </a:pPr>
            <a:r>
              <a:rPr lang="en-US" sz="1600"/>
              <a:t>Analyze early results</a:t>
            </a:r>
          </a:p>
          <a:p>
            <a:pPr>
              <a:lnSpc>
                <a:spcPct val="110000"/>
              </a:lnSpc>
            </a:pPr>
            <a:r>
              <a:rPr lang="en-US" sz="1600"/>
              <a:t>Adjust pricing as needed</a:t>
            </a:r>
          </a:p>
          <a:p>
            <a:pPr>
              <a:lnSpc>
                <a:spcPct val="110000"/>
              </a:lnSpc>
            </a:pPr>
            <a:r>
              <a:rPr lang="en-US" sz="1600" b="1"/>
              <a:t>Month 6:</a:t>
            </a:r>
            <a:endParaRPr lang="en-US" sz="1600"/>
          </a:p>
          <a:p>
            <a:pPr>
              <a:lnSpc>
                <a:spcPct val="110000"/>
              </a:lnSpc>
            </a:pPr>
            <a:r>
              <a:rPr lang="en-US" sz="1600"/>
              <a:t>Full portfolio review</a:t>
            </a:r>
          </a:p>
          <a:p>
            <a:pPr>
              <a:lnSpc>
                <a:spcPct val="110000"/>
              </a:lnSpc>
            </a:pPr>
            <a:r>
              <a:rPr lang="en-US" sz="1600"/>
              <a:t>Present updated profitability analysis</a:t>
            </a:r>
          </a:p>
          <a:p>
            <a:pPr>
              <a:lnSpc>
                <a:spcPct val="110000"/>
              </a:lnSpc>
            </a:pPr>
            <a:endParaRPr lang="en-US" sz="1600"/>
          </a:p>
          <a:p>
            <a:pPr>
              <a:lnSpc>
                <a:spcPct val="110000"/>
              </a:lnSpc>
            </a:pPr>
            <a:endParaRPr lang="en-US" sz="1600"/>
          </a:p>
        </p:txBody>
      </p:sp>
    </p:spTree>
    <p:extLst>
      <p:ext uri="{BB962C8B-B14F-4D97-AF65-F5344CB8AC3E}">
        <p14:creationId xmlns:p14="http://schemas.microsoft.com/office/powerpoint/2010/main" val="140890525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3ECDC9-7C1B-DC0E-7DBD-CEF8AC28F4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457200"/>
            <a:ext cx="10954512" cy="795528"/>
          </a:xfrm>
        </p:spPr>
        <p:txBody>
          <a:bodyPr anchor="b">
            <a:normAutofit/>
          </a:bodyPr>
          <a:lstStyle/>
          <a:p>
            <a:r>
              <a:rPr lang="en-US" b="1" dirty="0"/>
              <a:t>Conclusion</a:t>
            </a:r>
            <a:endParaRPr lang="en-US" dirty="0"/>
          </a:p>
        </p:txBody>
      </p:sp>
      <p:graphicFrame>
        <p:nvGraphicFramePr>
          <p:cNvPr id="6" name="Content Placeholder 3">
            <a:extLst>
              <a:ext uri="{FF2B5EF4-FFF2-40B4-BE49-F238E27FC236}">
                <a16:creationId xmlns:a16="http://schemas.microsoft.com/office/drawing/2014/main" id="{5F0B0ED1-C8E5-6A7C-8676-14356AA01BA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58995549"/>
              </p:ext>
            </p:extLst>
          </p:nvPr>
        </p:nvGraphicFramePr>
        <p:xfrm>
          <a:off x="612648" y="1362455"/>
          <a:ext cx="10954512" cy="49560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875772830"/>
      </p:ext>
    </p:extLst>
  </p:cSld>
  <p:clrMapOvr>
    <a:masterClrMapping/>
  </p:clrMapOvr>
</p:sld>
</file>

<file path=ppt/theme/theme1.xml><?xml version="1.0" encoding="utf-8"?>
<a:theme xmlns:a="http://schemas.openxmlformats.org/drawingml/2006/main" name="Chroma">
  <a:themeElements>
    <a:clrScheme name="Chroma">
      <a:dk1>
        <a:srgbClr val="131313"/>
      </a:dk1>
      <a:lt1>
        <a:sysClr val="window" lastClr="FFFFFF"/>
      </a:lt1>
      <a:dk2>
        <a:srgbClr val="0C233A"/>
      </a:dk2>
      <a:lt2>
        <a:srgbClr val="F5FAFD"/>
      </a:lt2>
      <a:accent1>
        <a:srgbClr val="4485DC"/>
      </a:accent1>
      <a:accent2>
        <a:srgbClr val="25AAD5"/>
      </a:accent2>
      <a:accent3>
        <a:srgbClr val="5BBEAC"/>
      </a:accent3>
      <a:accent4>
        <a:srgbClr val="6666E2"/>
      </a:accent4>
      <a:accent5>
        <a:srgbClr val="66C26C"/>
      </a:accent5>
      <a:accent6>
        <a:srgbClr val="10CF9B"/>
      </a:accent6>
      <a:hlink>
        <a:srgbClr val="4485DC"/>
      </a:hlink>
      <a:folHlink>
        <a:srgbClr val="25AAD5"/>
      </a:folHlink>
    </a:clrScheme>
    <a:fontScheme name="Custom 2">
      <a:majorFont>
        <a:latin typeface="Aptos Light"/>
        <a:ea typeface=""/>
        <a:cs typeface=""/>
      </a:majorFont>
      <a:minorFont>
        <a:latin typeface="Apto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hroma" id="{DC2B181E-9B25-4FFB-A269-A81149E37B96}" vid="{FD28A279-D9A1-4F6C-9122-D382EE67827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686</TotalTime>
  <Words>717</Words>
  <Application>Microsoft Office PowerPoint</Application>
  <PresentationFormat>Widescreen</PresentationFormat>
  <Paragraphs>120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Aptos</vt:lpstr>
      <vt:lpstr>Aptos Light</vt:lpstr>
      <vt:lpstr>Aptos Light (Body)</vt:lpstr>
      <vt:lpstr>Aptos Narrow</vt:lpstr>
      <vt:lpstr>Arial</vt:lpstr>
      <vt:lpstr>Cambria Math</vt:lpstr>
      <vt:lpstr>Chroma</vt:lpstr>
      <vt:lpstr>Understand Flood Zone Risk to Improve Insurance Profitability</vt:lpstr>
      <vt:lpstr>Business Goal </vt:lpstr>
      <vt:lpstr>Data Overview </vt:lpstr>
      <vt:lpstr>Premium Distribution (All Homes)</vt:lpstr>
      <vt:lpstr>Flood Zone Premium Comparison</vt:lpstr>
      <vt:lpstr>Premium by Construction Type </vt:lpstr>
      <vt:lpstr>Flood Zone vs Claim Occurrence </vt:lpstr>
      <vt:lpstr>Correlation Analysis </vt:lpstr>
      <vt:lpstr>Risk Score Distribution </vt:lpstr>
      <vt:lpstr>Key Findings Summary </vt:lpstr>
      <vt:lpstr>Financial Impact Analysis </vt:lpstr>
      <vt:lpstr>Management Actions - Immediate </vt:lpstr>
      <vt:lpstr> Management Actions - Strategic </vt:lpstr>
      <vt:lpstr>Expected Outcomes </vt:lpstr>
      <vt:lpstr>Next Steps 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Tolu Atanda</dc:creator>
  <cp:lastModifiedBy>Tolu Atanda</cp:lastModifiedBy>
  <cp:revision>1</cp:revision>
  <dcterms:created xsi:type="dcterms:W3CDTF">2026-05-03T02:02:20Z</dcterms:created>
  <dcterms:modified xsi:type="dcterms:W3CDTF">2026-05-11T22:44:39Z</dcterms:modified>
</cp:coreProperties>
</file>